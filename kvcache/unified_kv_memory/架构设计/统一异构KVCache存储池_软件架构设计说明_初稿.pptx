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封面页】</a:t>
            </a:r>
          </a:p>
          <a:p>
            <a:r>
              <a:t>各位研发同学、技术专家，今天向大家正式串讲《统一异构 KVCache 存储池 软件架构设计说明（初稿）》。我们围绕前期需求分析与具体设计阶段关心的八大核心专题，将计算机体系结构第一性原理、分布式网络排队动力学与原厂软硬件协同机制进行了全面融合。系统确立了‘微秒控制面与零拷贝数据面双流彻底分离’的软件架构范式，自研无锁基数树与 64B POD 描述符，面向底层 KPCL 通信库提炼四大流量模型，并建立严密的端到端 TTFT/TPOT 时延预算拆解漏斗，为后续系统的工程落地与编码实现打下坚实的技术基石！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专题一：架构全景与双流分离】</a:t>
            </a:r>
          </a:p>
          <a:p>
            <a:r>
              <a:t>各位研发同学，请看左侧架构全景图。我们设计这套软件架构的出发点，是彻底解决大模型长上下文推理中显存不足与重复重算的物理瓶颈。</a:t>
            </a:r>
          </a:p>
          <a:p>
            <a:r>
              <a:t>我们之所以将架构划分为 L1 到 L4 四层并实施‘双流彻底分离’，是因为大模型推理对时延有着极度严苛的物理限制：</a:t>
            </a:r>
          </a:p>
          <a:p>
            <a:r>
              <a:t>在控制面上，我们设计了轻量级 KVAccessIntent 与 AttachHandle，让推理框架无需改动内部显存调度器即可无感接入；自研无锁 ART 树配合 6 维语义校验，单机微秒级查表，跨机单边 URMA 直读，P99 累计调度控制在 20 微秒以内，彻底消除了集中式 RPC 的毫秒级排队开销！</a:t>
            </a:r>
          </a:p>
          <a:p>
            <a:r>
              <a:t>在数据面上，我们立下‘Host Payload Touch Bytes 严格为 0’的铁律，CPU 绝不搬运任何正文张量，只把离散物理块贪心编译为 64B POD 描述符提交给硬件，由原厂通信库 KPCL 驱动网卡和 SSD 直接 DMA 到 NPU 显存。</a:t>
            </a:r>
          </a:p>
          <a:p>
            <a:r>
              <a:t>更重要的是，我们引入了前置动态选路机制，只有当拉取加载总开销确定小于重算耗时才搬运，否则果断回退重算，杜绝一切负加速！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专题二：构建拓扑与进程实体】</a:t>
            </a:r>
          </a:p>
          <a:p>
            <a:r>
              <a:t>在集群拓扑与进程部署上，我们坚持‘责任内聚、最小开销、故障隔离’原则。</a:t>
            </a:r>
          </a:p>
          <a:p>
            <a:r>
              <a:t>左图清晰展示了我们的计算节点、存储节点与管理节点分布。针对每台计算节点内部，推理 Worker 直接加载我们的 libkvc_runtime C++ 动态库，通过 POSIX 共享内存与节点守护进程 kvc-daemon 交互，完全不需要通过 TCP 或本地 Socket 传递大量指针，消除了进程间上下文切换开销。</a:t>
            </a:r>
          </a:p>
          <a:p>
            <a:r>
              <a:t>kvc-master 仅以三节点 Raft 维护全局分片路由，即使它瞬间掉电，存量 Worker 也能依赖本地共享内存快照正常运行数小时，彻底消除了单点故障风险！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专题三：全生命周期元数据体系】</a:t>
            </a:r>
          </a:p>
          <a:p>
            <a:r>
              <a:t>请大家关注左图展示的典型软件系统交互时序。在大模型在线推理中，首字延迟预算往往只有几十毫秒，元数据操作必须压缩在微秒级。</a:t>
            </a:r>
          </a:p>
          <a:p>
            <a:r>
              <a:t>我们坚决放弃了使用开源 Redis 或 etcd 存储前缀索引的传统做法，因为一次 TCP RPC 就会吃掉 1~2 毫秒！</a:t>
            </a:r>
          </a:p>
          <a:p>
            <a:r>
              <a:t>我们自研了并发自适应基数树 ART，单机查询小于 1 微秒；跨节点通过 URMA Read 单边操作直接读取对端共享内存，不需要对端 CPU 中断参与，延迟锁定在 3 微秒以内。</a:t>
            </a:r>
          </a:p>
          <a:p>
            <a:r>
              <a:t>在左图清晰划分的两个阶段中：阶段一（Step 1 到 6）属于纯控制面调度，全部是微秒级操作，通过贪心合并将上百个物理离散块压缩为 64B POD 描述符；阶段二（Step 7 到 9）属于硬件零拷贝数据面直达，Host CPU 零触碰，底层 DMA 直接搬入 NPU HBM，并通过原子 Doorbell 协同消除 TP=8 多卡偏斜，整套流程严密高效！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专题四：三层架构与资源隔离】</a:t>
            </a:r>
          </a:p>
          <a:p>
            <a:r>
              <a:t>在三层架构隔离与硬件资源诉求上，我们进行了非常严格的工程定界。</a:t>
            </a:r>
          </a:p>
          <a:p>
            <a:r>
              <a:t>首先在 CPU 层面，控制面每个推理 Worker 独占 1 个物理核心，严禁任何后台线程抢占导致上下文切换；而数据面完全依赖底层 DMA 引擎，CPU 占用率严格小于 5%。</a:t>
            </a:r>
          </a:p>
          <a:p>
            <a:r>
              <a:t>其次在内存层面，我们坚持‘绕过主机内存 (Payload Bypass DDR)’，正文数据直接在网卡/SSD 与 NPU HBM 之间流转，消除 Host DDR 带宽争用。</a:t>
            </a:r>
          </a:p>
          <a:p>
            <a:r>
              <a:t>最后在网络 QoS 上，我们将 RoCE 队列硬性区分为 TC0/TC1/TC2：TC0 专供 Layer 0 提前点火，确保第一层算子即刻计算；TC2 限制后台换出，从硬件上消除了混压干扰！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专题五：典型推理业务与通信模式】</a:t>
            </a:r>
          </a:p>
          <a:p>
            <a:r>
              <a:t>请大家看左侧通信模式大图。我们将大模型推理的 12 类场景，在底层抽象提炼为 4 条标准垂直泳道：</a:t>
            </a:r>
          </a:p>
          <a:p>
            <a:r>
              <a:t>第一条泳道是模式 1 突发巨脉冲传输，专门针对 PD 分离场景。Prefill 节点在生成最后一层的瞬间会产生百 MB 级突发写入，KPCL 通过预注册大块连续显存，线速打满 400G 带宽，几毫秒内完成跨节点交接；</a:t>
            </a:r>
          </a:p>
          <a:p>
            <a:r>
              <a:t>第二条泳道是模式 2 离散块聚合传输，针对 PagedAttention 细粒度物理页。我们用 DescriptorCompiler 贪心合并为 Scatter-Gather 描述符，一次系统调用下发几百个离散块，大幅压低 CPU 提交开销；</a:t>
            </a:r>
          </a:p>
          <a:p>
            <a:r>
              <a:t>第三条泳道是模式 3 分层直达扩容，针对超长上下文与多轮对话。冷 KV 直接通过 io_uring 写入本地 NVMe SSD，物理扇区 4KB 对齐，严格绕过 Host DDR，防爆显存；</a:t>
            </a:r>
          </a:p>
          <a:p>
            <a:r>
              <a:t>第四条泳道是模式 4 TP=8 Coflow 协同流组。多张加速卡在并行推理时，只要有一张卡慢了就会卡死集合通信，我们通过单次原子 Doorbell 触发多卡并发 DMA，将木桶偏斜比 Skew 锁死在 1.15 以内！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专题六：底层通信库 (KPCL) 抽象】</a:t>
            </a:r>
          </a:p>
          <a:p>
            <a:r>
              <a:t>在本次架构设计中，我们明确引入了 KPCL 通信抽象库。这是一个非常关键的技术分工决策。</a:t>
            </a:r>
          </a:p>
          <a:p>
            <a:r>
              <a:t>我们 KVC 存储池软件不再直接去调用最底层的 URMA 或 UBMEM 驱动，而是通过 KPCL 接口库进行交互。但我们绝不是甩手掌柜，而是负责向 KPCL 团队输入最权威的业务需求。</a:t>
            </a:r>
          </a:p>
          <a:p>
            <a:r>
              <a:t>我们总结了四大流量模型并固化了标准的数据结构画像，明确告诉通信团队：大模型流量具有瞬时巨脉冲、离散 Extent 聚合和 TP=8 Coflow 偏斜等独特物理特征。</a:t>
            </a:r>
          </a:p>
          <a:p>
            <a:r>
              <a:t>我们向 KPCL 提出的刚性指标包括：API 提交耗时必须小于 1 微秒、支持一次提交上千个离散块、提供多卡原子 Doorbell、并在链路故障时 200 微秒内快速熔断返回！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专题七：性能规格与时延预算逐层拆解】</a:t>
            </a:r>
          </a:p>
          <a:p>
            <a:r>
              <a:t>在性能拆解上，我们特别强调科学的数学推导方法，坚决反对将各个模块的 P99 时延机械相加！</a:t>
            </a:r>
          </a:p>
          <a:p>
            <a:r>
              <a:t>因为各个模块是流水重叠的，且各自只有 1% 的超限概率，并集上界能够保证整体超限概率可控。我们给出了两套互补的算例：</a:t>
            </a:r>
          </a:p>
          <a:p>
            <a:r>
              <a:t>针对常规 8K Token 大容量加载，我们在 120 毫秒总预算中留出 105 毫秒给数据搬运，推导出底层物理链路必须具备 10.23GB/s 的有效带宽；</a:t>
            </a:r>
          </a:p>
          <a:p>
            <a:r>
              <a:t>针对 4K Token 极速交互，我们通过微秒漏斗将意图解析、前缀查找、成本决策、描述符编译累计压缩在 20 微秒之内，占总时间不到 0.1%，由此外推并冻结了底层驱动的硬指标：KPCL 调用必须在 1 微秒内完成、网卡 Doorbell 写入小于 200 纳秒、SSD 读取小于 80 微秒，指标层层闭环！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专题八：全链路可靠性设计】</a:t>
            </a:r>
          </a:p>
          <a:p>
            <a:r>
              <a:t>在生产环境中，集群硬件异常是家常便饭。我们的可靠性体系建立在‘确定性快速失败、平滑优雅降级’的原则之上。</a:t>
            </a:r>
          </a:p>
          <a:p>
            <a:r>
              <a:t>针对控制面，ViewGuard 机制通过 sigaction 预先注册恢复跳板，一旦远端节点掉电触发 SIGBUS，在 500 微秒内安全跳回本地重算，推理主进程绝不崩溃；</a:t>
            </a:r>
          </a:p>
          <a:p>
            <a:r>
              <a:t>针对数据面，我们严禁无界阻塞等待，每个传输请求绑定硬件 Timer，超时立刻熔断；在 TP=8 多卡场景下，只要有 1 张卡数据未到齐，全组协同回退重算，彻底杜绝了 AllReduce 集合通信死锁！</a:t>
            </a:r>
          </a:p>
          <a:p>
            <a:r>
              <a:t>即使 DPU 硬件加速卡损坏，双轨机制也能在 500 微秒内切回纯软通道，保证生产服务不中断！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【串讲讲稿 - 总结页】</a:t>
            </a:r>
          </a:p>
          <a:p>
            <a:r>
              <a:t>最后向大家总结我们的实施路线与近期重点工作。</a:t>
            </a:r>
          </a:p>
          <a:p>
            <a:r>
              <a:t>我们坚持‘四个核心验证阶段 (E0~E3)’稳步推进，通过客观实测数据说话，未达门禁绝不自嗨宣称优于开源。</a:t>
            </a:r>
          </a:p>
          <a:p>
            <a:r>
              <a:t>近期我们的三大抓手非常明确：第一，固化 C++ 64 字节 POD 描述符头文件；第二，将专题六中提炼出的流量模型正式输出给 KPCL 通信团队，锁定 1 微秒级提交与 Doorbell 契约；第三，跑通本地执行 HBM 的最小闭环。</a:t>
            </a:r>
          </a:p>
          <a:p>
            <a:r>
              <a:t>我们将以严谨、扎实、求真的工程师态度，彻底攻坚国产芯片在大模型推理中的状态存储瓶颈，把这套统一异构存储池打造成原厂软硬件协同的标杆之作！谢谢大家！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82880" cy="5394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6868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onsolas"/>
              </a:defRPr>
            </a:pPr>
            <a:r>
              <a:t>UNIFIED HETEROGENEOUS KVCACHE MEMORY POOL · SYSTEM ARCHITECTURE DESIGN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E3A8A"/>
                </a:solidFill>
                <a:latin typeface="Microsoft YaHei"/>
              </a:defRPr>
            </a:pPr>
            <a:r>
              <a:t>统一异构 KVCache 存储池</a:t>
            </a:r>
          </a:p>
          <a:p>
            <a:pPr>
              <a:spcBef>
                <a:spcPts val="400"/>
              </a:spcBef>
              <a:defRPr sz="2000" b="1">
                <a:solidFill>
                  <a:srgbClr val="1E3A8A"/>
                </a:solidFill>
                <a:latin typeface="Microsoft YaHei"/>
              </a:defRPr>
            </a:pPr>
            <a:r>
              <a:t>软件架构设计说明（初稿）· 八专题深度剖析与技术规格推导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基于开源生态底座深度重构 · 面向国产 AI 硬件生态的原厂软硬件协同系统 · 微秒控制与零拷贝数据双流分离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极速传输与微秒决策底座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[双流分离]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URMA 零拷贝传输：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正文搬运零拷贝，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Host CPU 触碰严格为 0，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带宽利用率 ≥ 80%。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微秒级动态选路决策：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QueryPlan 代价模型对比重算开销，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单次决策 P99 &lt; 5µs，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避负收益。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连续块描述符编译：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Scatter-Gather 编译合并离散物理块，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CPU 提交开销降 ≥ 40%。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全生命周期元数据与三层隔离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[存储与一致性]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无锁并发基数树 (ART)：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节点内共享内存直读 &lt; 1µs，跨机单边 URMA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直读时延 &lt; 3µs。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6 维语义一致性校验：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校验模型/词表/模板/LoRA/Ready/Lease，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实现生产级 0 错误消费。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NVMe 裸盘直达扩容：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io_uring 直通绕过 Host DDR，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150% 超载防 OOM。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3108960"/>
            <a:ext cx="3383280" cy="3108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KPCL 抽象与刚性规格拆解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[通信与指标反推]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通信库责任与流量模型：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向 KPCL 导入 4 类数据流，攻坚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TP=8 Coflow 偏斜 (Skew &lt; 1.15)。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端到端时延逐层拆解：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DAG 依赖模型分解，控制面调度 ≤ 20µs，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TTFT 净降低 20%~75%。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全链路三面容错自愈：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ViewGuard 捕获 SIGBUS 回滚重算，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异常 500µs 安全闭环。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Microsoft YaHei"/>
              </a:defRPr>
            </a:pPr>
            <a:r>
              <a:t>统一异构 KVCache 存储池研发攻坚组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专题一：顶层架构设计总体原则与软件架构全景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微秒控制面决策 (P99 &lt; 5µs) 与数据面零数据拷贝 (Host Payload Touch=0) 双流彻底分离架构范式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02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architectur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四层架构设计设想与核心组件职责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[分层架构]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L1 框架接入层设想：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非侵入适配 vLLM/SGLang；通过 </a:t>
            </a:r>
            <a:r>
              <a:rPr sz="1050" b="1">
                <a:solidFill>
                  <a:srgbClr val="1E3A8A"/>
                </a:solidFill>
                <a:latin typeface="Consolas"/>
              </a:rPr>
              <a:t>KVAccessIntent 捕获意图与 SLO 预算，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返回 AttachHandle 句柄，框架无感执行推理。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L2 状态控制层设想：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解耦元数据与正文；自研无锁 ART 树微秒查找，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QueryPlan 代价模型决策重算与加载，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ConsumeEligibility 6 维杜绝脏读。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L3 分层存储层设想：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屏蔽介质物理差异；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DescriptorCompiler 贪心合并离散块，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编译 64B POD 描述符；SSD 裸盘 io_uring 绕过 Host DDR。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L4 极速传输层设想：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统一封装原厂 KPCL 通信库，UBMEM/URMA 驱动显存直连；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RankConsensus 原子门铃消除 TP=8 偏斜 (Skew &lt; 1.15)。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双流分离设计设想与关键工程机制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[双流机制]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微秒控制流设想：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调度面必须微秒完成全链路决策，任何毫秒 RPC 都会吞噬收益；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依赖本地共享内存与单边 RDMA 直读，P99 调度耗时 ≤ 20µs。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零拷贝数据流设想：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确立 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Host Payload Touch Bytes 严格为 0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 铁律；CPU 仅下发 SG 描述符，网卡与 SSD 控制器直接 DMA 写入 NPU HBM。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前置动态选路机制：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仅当 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拉取与加载总开销 &lt; 本地直接重算耗时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 时执行加载；预期净收益为负则主动拦截回退重算，防反向负加速。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三层安全守卫闭环：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ViewGuard 注册微秒租约并捕获 SIGBUS 异常跳出，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RCU 双层宽限期保证读零锁释放，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守住 0 错误消费底线。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【架构核心决断】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控制面微秒决策、零集中式 RPC 阻塞；数据面 Host CPU 零数据拷贝、硬件线速 DMA 直达显存；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坚持前置动态代价评估（拉取总开销 &lt; 本地重算耗时才加载）与三层安全守卫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，实现推理首字延迟 (TTFT) 确定性加速与吞吐大幅提升。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专题二：存储池构建拓扑、部署方式与进程实体分布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节点内片间总线互联 + 跨节点计算/存储专用双轨网络 + 5 大核心进程职责划分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03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clust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集群物理互联拓扑与三级介质分层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[硬件拓扑]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Scale-Up 节点内直联：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8 卡 NPU 片间高速总线全互联，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PCIe 直连 NVMe SSD (GDS 旁路 DDR)。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Scale-Out 专用双轨网络：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计算与存储网络物理隔离，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消除突发搬运对前台生成的冲击。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L1-Tier (执行显存)：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NPU HBM 承载活跃 Decode，提供数 TB/s 高带宽。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L3-Tier (容量主体)：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直连 30TB+ NVMe SSD 阵列，承接温冷 KV 沉淀。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 大软件进程实体职责与部署矩阵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[进程架构]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kvc-master (全局协调器)：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三节点 Raft 选主，管理集群拓扑与分片路由，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完全旁路化，不在关键路径。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kvc-daemon (节点守护进程)：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每物理节点 1 个，管理 SSD 4KB 扇区分配与共享内存段。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libkvc_runtime (工作引擎)：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与 vLLM Worker 1:1 伴生加载，执行微秒决策与 KPCL 调用，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零 IPC 跨进程损耗。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kvc-io / relay (存储/中继)：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独立 I/O 进程承载跨进程传输；relay 代理承载树状组播中继。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【部署核心决断】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管理服务彻底旁路化，节点级共享内存消除 IPC 序列化；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运行时库注入 Worker 进程与硬件直通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，实现单节点故障瞬时隔离、在线推理零停顿。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专题三：全生命周期元数据体系设计与微秒级存取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自研并发自适应基数树 (ART) + 64B POD Extent 描述符 + RCU 双层宽限期延迟释放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04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metadata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全生命周期元数据体系与核心数据结构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[数据结构]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语义前缀基数树 (ART 树)：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采用无锁自适应基数树管理 Token 序列，节点内共享内存直读 &lt; 1µs，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跨机单边 URMA 直读 &lt; 3µs，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杜绝中心化 RPC。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连续块描述符 (ExtentManifest)：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自研 64B POD 连续物理块结构，严格 </a:t>
            </a:r>
            <a:r>
              <a:rPr sz="1050" b="1">
                <a:solidFill>
                  <a:srgbClr val="1E3A8A"/>
                </a:solidFill>
                <a:latin typeface="Consolas"/>
              </a:rPr>
              <a:t>alignas(64) 缓存行对齐，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消除多核伪共享，直接映射 DMA 寄存器。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硬件能力矩阵 (CapabilityMatrix)：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在线探测节点间 RTT、有效带宽与拥塞因子，生成只读快照供 QueryPlan 决策。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租约与可观测性元数据：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毫秒级租约有效性戳、Ready 就绪原子位、引用计数及全链路 64 位 TraceID。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九步时序交互设计细节与微秒防抖机制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[时序与机制]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阶段一微秒控制调度 (Step 1~6)：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意图捕获、ART 查找、6 维一致性校验、选路、ViewGuard 租约与描述符编译，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累计 P99 ≤ 20µs。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阶段二零拷贝数据直达 (Step 7~9)：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网卡/SSD line-rate DMA 直达显存，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硬件 CQE 通知且多卡原子协同消除偏斜，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返回 AttachHandle。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RCU 双层宽限期延迟释放：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目录写操作采用 CAS 原子指针替换，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等待 Host CPU 与 NPU Stream 双层宽限期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后安全回收，读零锁防 UAF。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负结果前置微秒拦截：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冷 Prompt 查找在 &lt; 0.5µs 内快速返回未命中，立刻进入本地重算，零无效排队。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【元数据核心决断】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坚决自研基数树与 64B POD 描述符，杜绝 Redis/Protobuf 序列化开销；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9 步时序闭环保障 0 错误消费与微秒调度，单边 URMA 直读 &lt; 3µs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，为端到端 TTFT 骤降扫清控制面排队障碍。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专题四：存储池三层架构 (管理/控制/数据) 隔离与底层硬件诉求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责任物理隔离与硬件资源刚性约束：CPU 绑核、Host DDR 旁路、PCIe TLP 聚合与 RoCE 队列映射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05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管理层部署形态与旁路隔离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[管理层职责]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kvc-master 独立服务 + etcd Raft 状态机，部署于专用管理机。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核心职责范围：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存储拓扑收集、配额管理、介质淘汰编排、全局命名空间授权。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延迟与指标边界：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秒级/百毫秒级配置生效，故障 3 秒完成选主漂移，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完全旁路化。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资源占用约束：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仅需 2~4 个通用 CPU 核心，完全不占用计算节点高性能计算资源。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控制面微秒调度与 CPU 绑核策略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[控制面设计]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libkvc_runtime 进程内库 + kvc-daemon 节点级守护进程。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核心职责范围：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前缀索引查找、6 维一致性校验、QueryPlan 选路、描述符编译。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严格 CPU 绑核隔离：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每个推理 Worker 独占绑定 1 个物理 Core，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消除上下文切换损耗。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时延性能目标：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单次选路决策 P99 &lt; 5µs，跨节点单边元数据查询 P99 &lt; 10µs。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数据面硬件直达与 Host DDR 旁路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[数据面设计]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KPCL 库 + URMA/UBMEM 驱动 + io_uring NVMe 裸盘引擎。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Host CPU 零数据拷贝：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CPU 仅下发描述符，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正文搬运 CPU 占用低于 5%。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严格绕过主机内存：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正文直流 NVMe/网卡与 NPU HBM，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彻底消除 Host DDR 带宽瓶颈。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锁定内存配额：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仅预留 8~16GB mlock 内存用于通信队列，杜绝缺页中断。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PCIe TLP 聚合与 RoCE QoS 硬件映射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[底层硬件诉求]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PCIe TLP 报文聚合：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合并为大粒度连续传输，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降低 PCIe 开销达 40%。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硬件 QoS 优先级队列：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RoCE 映射至 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TC0/TC1/TC2 硬件队列，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物理隔离。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前后台流控自适应退避：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 TPOT 抖动 &gt; 2% 时后台微秒退避，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前台受干扰率严格 &lt; 3%。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线速带宽达成门限：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大块并发数据搬运达到物理网卡与 SSD 线速峰值的 ≥ 80%。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【资源隔离核心决断】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管理层完全旁路化、控制面独占核心避免抖动、数据面硬件直达绕过 Host DDR；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结合 RoCE QoS 硬件队列绑定与微秒自适应退避，将前台干扰严格锁死在 &lt; 3%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，实现生产级前后台混压平稳运行。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专题五：12 类推理场景深度映射与控制/数据通信模式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RAG、多轮会话、PD 分离解耦、超长上下文分块预计算与多 Agent 分支深度适配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06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kpcl_traffic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12 类典型推理场景与数据流转设想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[业务流转]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长前缀与 RAG 知识检索：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高复用、读多写少；微秒匹配前缀树，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批量加载数十至数百 MB 连续块压低 TTFT。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PD 算力分离解耦交接：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Prefill 完成后突发线速写入，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Decode 一次性拉取且消除显存争用。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多轮对话与 Agent 分支推演：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活跃前缀保存在本地 HBM，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冷分支异步沉淀至 NVMe SSD，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读写平滑演进。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Chunked 分块计算重叠：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分块边算当前层边搬运后续 KV，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实现算传深度掩盖。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四大核心通信模式实现设想与工程细节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[通信模式细节]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1 突发巨脉冲传输设想：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Prefill 瞬间爆发百 MB 写入；KPCL 预注册大块显存，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400G 线速搬运压榨带宽。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2 离散块聚合传输设想：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针对 64KB/128KB 物理 Page，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编译 SG 描述符单次下发数百块，PCIe 聚合。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3 分层直达扩容流设想：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温冷 KV 沉淀至 SSD；4KB 扇区对齐，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io_uring 裸盘直达，严格绕过 Host DDR。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4 多卡协同流组设想：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TP=8 场景 8 卡子流协同，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原子 Doorbell 触发并发 DMA，消除偏斜 (Skew &lt; 1.15)。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【通信模式核心决断】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针对不同业务流量因地制宜：大块 PD 搬运线速压榨，离散物理块 SG 聚合提交；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io_uring 裸盘直达绕过 Host DDR，TP=8 原子 Doorbell 协同消除多卡偏斜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，实现全场景大模型长文本推理的端到端加速与容量扩展。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专题六：底层通信库 (KPCL) 流量特征抽象与刚性需求导入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责任边界清晰切分：上层业务模型与流量特征导入者 vs 底层通信原语与硬件资源执行者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07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KVC 存储池与 KPCL 库的责任边界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[架构定位]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 软件定位：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负责上层需求导入、前缀语义与版本校验，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评估选路收益与流组优先级。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KPCL 库定位：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封装底层 URMA/UBMEM 硬件驱动细节，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负责显存注册、队列与硬件搬运。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双方解耦契约：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 绝不直接调用原生 URMA/UBMEM API，北向统一面向 KPCL 抽象规范交互。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联合验收基线：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在重注册、节点迁移与异常退出下保证句柄与数据完整性。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四大核心通信流量模型抽象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[流量特征]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突发巨脉冲模型 (Bursty)：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Prefill 结束瞬间突发百 MB 传输后静默，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要求底层通信缓冲深容忍。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离散 Extent 聚合模型：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报文由数百个 64KB/128KB 物理 Page 构成，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要求硬件原生 SG-List。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TP Coflow 协同流组模型：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TP=8 场景 8 张卡子流协同到达，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消除木桶短板且偏斜 Skew &lt; 1.15。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N-to-1 Incast 突发汇聚：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多节点拉取热点前缀，要求 KPCL 自适应反压步调整形 (Pacing)。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输入给 KPCL 团队的工作负载画像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[需求输入]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业务与调度维度：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scenario_id, request_id, coflow_group_id, rank_id, layer_id。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空间与规模维度：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src/dst_node, tier, total_payload_bytes, num_extents, alignment。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时限与优先级维度：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deadline_timeout_us, layer0_deadline_us, traffic_class (TC0/1/2)。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组合负载压测：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交付单类扫描与组合回放测试集 (如小控制消息 + 前台大加载 + SSD混压)。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KPCL 核心能力诉求与刚性接口契约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[接口契约]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零拷贝地址注册 (kpcl_reg_mr)：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跨节点注册 NPU HBM 显存物理地址，Host CPU 零触碰。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SG 描述符提交：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单次调用提交数百个连续物理块，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API 耗时 ≤ 1µs。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多卡原子协同 Doorbell：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单次共享写触发多卡并发 DMA，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消除多卡偏斜。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快速失败熔断 (fail_fast)：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通信异常或拥塞超时在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≤ 200µs 内返回明确错误，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触发安全重算。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【KPCL 契约核心决断】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切分职责：本软件提炼大模型业务流量特征，通信团队专攻高性能驱动实现；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以 1µs 级 API 提交与 Coflow 协同筑牢底座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，实现业务与协议标准化解耦演进。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专题七：端到端推理性能规格逐层分解与硬件规格反推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基于 DAG 关键路径依赖模型与并集上界分解：两套互补预算算例与底层驱动指标反推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08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业务 SLO 北极星与 DAG 依赖模型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[分解模型]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顶层业务 SLO 目标：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TTFT 降幅 ≥ 20%，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前台干扰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&lt; 3%，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QPS 提升 ≥ 10%。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严禁各模块 P99 机械相加：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P99 是分位数，串行相加会产生误差累积；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必须基于 DAG 关键路径与并集上界分析。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DAG 依赖模型：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步耗时为前置完成最大值加自身；部分命中可边算边传。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并集上界约束：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各阶段超限概率之和 ∑ εᵢ ≤ 1%，确保整体 SLO 达标率 ≥ 99%。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120ms 级中长前缀复用算例 (8K Token / 1GB)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[容量加载算例]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基线与预算：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本地重算 300ms，目标 240ms，扣除计算后存储预算 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120ms。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控制面调度耗时：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前缀查询/租约 0.2ms + 决策 0.005ms + 编译 0.02ms + 提交 0.05ms。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硬件数据搬运窗口：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预留 105ms 搬运 1GiB 数据，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要求有效带宽 ≥ 10.23GB/s。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业务净收益：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完成可见性与多卡协同后接入，端到端 TTFT 净降低 60%。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30ms 级极速前缀漏斗算例 (4K Token / 340MB)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[极速漏斗算例]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控制面微秒拆解：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意图 2µs、查表 3µs、选路 3µs、校验 5µs、编译下发 7µs。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控制面累计时延：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累计 P99 ≤ 20µs，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占时延预算 &lt; 0.1%，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消除控制瓶颈。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数据面搬运拆解：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8 卡并行传输 340MB 耗时 8.5ms，偏斜控制 ≤ 1.0ms。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达成综合成效：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端到端 TTFT ≤ 29.5ms，相比重算 120ms，净降低 75% 以上！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底层 KPCL 与硬件驱动刚性规格反推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[规格反推]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KPCL 接口提交耗时：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kpcl_submit_extents 内部零 malloc，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CPU 耗时 ≤ 1µs。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URMA 硬件门铃规格：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Doorbell 寄存器写操作 ≤ 200ns，硬件完成 CQE 通知 ≤ 2µs。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物理网络转发规格：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交换机转发 ≤ 1.2µs，PFC/ECN 闭环实现无损队列零丢包。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NVMe 裸盘读取规格：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io_uring 读 128KB 块 P99 ≤ 80µs，持续读带宽稳定 ≥ 6.5GB/s。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【规格分解核心决断】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摒弃各模块 P99 机械相加的伪命题，以 DAG 关键路径与并集上界科学分解；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控制面压缩在 20µs 内，数据面打满 400G 线速，反推驱动提交 ≤ 1µs、门铃 ≤ 200ns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，实现顶层业务 SLO 确定性达成。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专题八：管理面、控制面与数据面可靠性与容错防护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四大安全不变量 + 故障域物理隔离 + 快速超时熔断 (Fail-Fast) + 硬件双轨安全回退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09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四大安全不变量与管理面容灾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[不变量与管理可靠]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四大安全不变量：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未就绪不消费、旧代际无授权、租约内不覆写、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多卡决策一致性。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管理面 Raft 容灾：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kvc-master 仅管拓扑路由，3 秒漂移选主，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零业务影响。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节点级状态快速自愈：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kvc-daemon 重启基于 /dev/shm 扫描，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100ms 内重建分配位图。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租约到期强制回收：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超时未释放对象自动触发垃圾回收，彻底杜绝显存孤儿泄漏。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控制面安全与 ViewGuard 信号拦截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[控制面容错]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ViewGuard 租约安全守卫：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微秒级租约管理，保证读取期间不被换出覆写。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SIGBUS 异常跳出机制：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sigaction 捕获远端不可达异常，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500µs 安全回滚重算，主进程不崩溃。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ConsumeEligibility 6 维防呆：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严格比对权重与模板哈希，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杜绝跨版本脏读，0 错误消费。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目录多数派丢失降级：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目录故障暂停写，未命中即刻回退本地重算，零排队等待。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数据面超时快速熔断与多卡防死锁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[数据面容错]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快速超时熔断 (Fail-Fast)：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绑定微秒 Timer，传输超时拒绝无限等待，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立即回退本地重算。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TP=8 多卡防死锁协同：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单卡数据未到齐，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全组协同原子回退至本地重算，杜绝集合通信死锁。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安全排空语义 (Drain)：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取消请求时分离逻辑取消与物理排空，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杜绝迟到写破坏新请求数据。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SSD 扇区校验和 (CRC64)：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坏块立即标记隔离，自动从远端副本拉取或回退重算。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硬件双轨降级与 SemanticQoS 自适应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[降级与流控]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软硬件双轨降级协同：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Raw Direct 纯软通路为主路径，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DPU 异常 500µs 平滑切回纯软。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前后台混压自适应退避：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 TPOT 波动 &gt; 2% 时，后台换出微秒退避，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前台干扰率 &lt; 3%。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细粒度 RTO 与 RPO 分级：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请求级切换 &lt; 200ms；配置与目录持久不丢，易失缓存允许重算。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混沌工程验证覆盖：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注入节点掉电、光纤误码断开、多卡偏斜与坏块，验证自愈。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【可靠性核心决断】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守住 0 错误消费底线；ViewGuard 捕获异常 500µs 跳出，TP 多卡原子协同防死锁；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任何网络与硬件超时确定性快速失败并平滑回退重算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，实现生产级高可用与服务业务连续性。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架构总结与研发实施落地路线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四个核心验证阶段 (E0~E3) 稳步演进 · 38 条 SR 交付闭环 · 原厂软硬件协同落地承诺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10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四个核心验证阶段 (E0~E3)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[演进路线]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E0 业务收益确认：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测定 Saved-Prefill 在各复用率下的净收益上限，确立投资前提。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E1 传输底座打通：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Host CPU 零数据拷贝传输打通，</a:t>
            </a:r>
            <a:r>
              <a:rPr sz="1150" b="1">
                <a:solidFill>
                  <a:srgbClr val="2563EB"/>
                </a:solidFill>
                <a:latin typeface="Microsoft YaHei"/>
              </a:rPr>
              <a:t>描述符编译与 6 维语义校验闭环。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E2 动态选路与扩容：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QueryPlan 微秒决策准确性，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NVMe SSD 裸盘直达容量扩展 ≥ 50%。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E3 全链路混压总门禁：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真实 2 节点混压，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TTFT 降 ≥ 20%、干扰率 &lt; 3%、偏斜 &lt; 1.15。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8030" y="1691640"/>
            <a:ext cx="347472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775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38 条 SR 交付与近期落地重点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[落地推进]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04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固化 C++ 契约头文件：</a:t>
            </a:r>
            <a:r>
              <a:rPr sz="1150" b="1">
                <a:solidFill>
                  <a:srgbClr val="1E3A8A"/>
                </a:solidFill>
                <a:latin typeface="Consolas"/>
              </a:rPr>
              <a:t>定版 ExtentManifestPOD、KVAccessIntent 与 QueryPlan 数据结构。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正式输入 KPCL 规格书：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向通信团队正式输出流量画像与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1µs 级 API 接口族规范。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跑通本地执行 HBM 闭环：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完成推理框架适配器与节点代理最小闭环，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验证零拷贝加载。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自动化对账与混沌测试：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构建全量 CSV 对账工具，自动化注入丢包与超时，验收 RTO/RPO。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886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8860" y="1691640"/>
            <a:ext cx="3474720" cy="3108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858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架构立项与设计三大共识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[核心共识]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87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原厂软硬件深度协同：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以开源 Mooncake 为外壳，深度注入原厂微架构使能与专用通信内核。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前置微秒级动态决策：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拉取总开销 &lt; 本地直接重算耗时，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确保每一次命中都创造业务价值。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生产级安全自愈：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6 维校验杜绝脏块，ViewGuard 信号兜底，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保障 0 错误消费。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【项目落地承诺】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严守学术与技术诚信红线，以计算机体系结构与客观实测数据为依据；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扎实打赢 12 项技术验证，打造面向国产芯片的顶级统一异构存储底座！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