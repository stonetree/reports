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dffde34acc4a97" /><Relationship Type="http://schemas.openxmlformats.org/officeDocument/2006/relationships/extended-properties" Target="/docProps/app.xml" Id="R3db969ae20fd4085" /><Relationship Type="http://schemas.openxmlformats.org/officeDocument/2006/relationships/officeDocument" Target="/ppt/presentation.xml" Id="R7bb9c83969f044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1ca275fabf4968"/>
  </p:sldMasterIdLst>
  <p:notesMasterIdLst>
    <p:notesMasterId xmlns:r="http://schemas.openxmlformats.org/officeDocument/2006/relationships" r:id="Rafc86a02584b437a"/>
  </p:notesMasterIdLst>
  <p:sldIdLst>
    <p:sldId xmlns:r="http://schemas.openxmlformats.org/officeDocument/2006/relationships" id="256" r:id="Rbd18a85fd8fc47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62f9018b4c49f9" /><Relationship Type="http://schemas.openxmlformats.org/officeDocument/2006/relationships/slideMaster" Target="/ppt/slideMasters/slideMaster1.xml" Id="Rc11ca275fabf4968" /><Relationship Type="http://schemas.openxmlformats.org/officeDocument/2006/relationships/notesMaster" Target="/ppt/notesMasters/notesMaster1.xml" Id="Rafc86a02584b437a" /><Relationship Type="http://schemas.openxmlformats.org/officeDocument/2006/relationships/presProps" Target="/ppt/presProps.xml" Id="R36d2a11a53b44753" /><Relationship Type="http://schemas.openxmlformats.org/officeDocument/2006/relationships/tableStyles" Target="/ppt/tableStyles.xml" Id="R67238a9840c64817" /><Relationship Type="http://schemas.openxmlformats.org/officeDocument/2006/relationships/slide" Target="/ppt/slides/slide1.xml" Id="Rbd18a85fd8fc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35b55ddf4a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d2e98793ea4aec" /><Relationship Type="http://schemas.openxmlformats.org/officeDocument/2006/relationships/notesMaster" Target="/ppt/notesMasters/notesMaster1.xml" Id="Ra1a9b940f00642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D:\codes\reports\kvcache\unified_kv_memory\统一异构KVCache存储池_关键技术与竞争力_讨论稿.md</a:t>
            </a:r>
          </a:p>
          <a:p xmlns:a="http://schemas.openxmlformats.org/drawingml/2006/main">
            <a:r>
              <a:t>D:\codes\reports\kvcache\unified_kv_memory\统一异构KVCache存储池总体架构与SRS评审导读_V2.2评审稿.md</a:t>
            </a:r>
          </a:p>
          <a:p xmlns:a="http://schemas.openxmlformats.org/drawingml/2006/main">
            <a:r>
              <a:t>D:\codes\reports\kvcache\unified_kv_memory\KVCache SRS需求列表 V2.2_传输底座视角_建议修订版.xlsx</a:t>
            </a:r>
          </a:p>
          <a:p xmlns:a="http://schemas.openxmlformats.org/drawingml/2006/main">
            <a:r>
              <a:t>User-confirmed architecture and visual direction from the current Codex task.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7faa7cfef46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8f75bc652a46fa" /><Relationship Type="http://schemas.openxmlformats.org/officeDocument/2006/relationships/slideLayout" Target="/ppt/slideLayouts/slideLayout1.xml" Id="R7abf6b17df8647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f6b17df8647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1671d89654b5d" /><Relationship Type="http://schemas.openxmlformats.org/officeDocument/2006/relationships/notesSlide" Target="/ppt/notesSlides/notesSlide1.xml" Id="Rb96cdd22c1134c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统一异构 KVCache 存储池贯通在线推理业务与异构硬件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全栈坐标｜项目四层原位放大｜在线推理中间件生态参照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700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0668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581" y="10668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10668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44" y="10668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00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9067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9067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9067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095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09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存储池｜软硬协同核心覆盖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4962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0478">
            <a:solidFill>
              <a:srgbClr val="E9C77E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推理调度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与收益决策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050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QueryPlan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载入—重算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050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多副本选路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水位准入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050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KV访问意图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14675"/>
            <a:ext cx="4962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0478">
            <a:solidFill>
              <a:srgbClr val="8FD4CD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14675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KV连接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与跨框架匹配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289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全局前缀表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289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UBMEM化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block_table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289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消费资格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AttachHandle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38575"/>
            <a:ext cx="4962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0478">
            <a:solidFill>
              <a:srgbClr val="C2B3F2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38575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统一KV对象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与图式分层管理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528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KVObject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Extent清单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9528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Placement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图式分层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528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Lease / QoS</a:t>
            </a:r>
          </a:p>
        </p:txBody>
      </p:sp>
      <p:sp>
        <p:nvSpPr>
          <p:cNvPr id="36" name="project-layer-4">
            <a:extLst xmlns:a="http://schemas.openxmlformats.org/drawingml/2006/main">
              <a:ext uri="{FF2B5EF4-FFF2-40B4-BE49-F238E27FC236}">
                <a16:creationId xmlns:a16="http://schemas.microsoft.com/office/drawing/2014/main" id="{3F739342-65A0-4314-BDA8-C06AA81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4962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9EBEFF"/>
            </a:solidFill>
            <a:prstDash val="solid"/>
          </a:ln>
        </p:spPr>
      </p:sp>
      <p:sp>
        <p:nvSpPr>
          <p:cNvPr id="37" name="project-layer-4-accent">
            <a:extLst xmlns:a="http://schemas.openxmlformats.org/drawingml/2006/main">
              <a:ext uri="{FF2B5EF4-FFF2-40B4-BE49-F238E27FC236}">
                <a16:creationId xmlns:a16="http://schemas.microsoft.com/office/drawing/2014/main" id="{32E28D16-F0D7-4F98-A736-0C97AAC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8" name="project-layer-4-label">
            <a:extLst xmlns:a="http://schemas.openxmlformats.org/drawingml/2006/main">
              <a:ext uri="{FF2B5EF4-FFF2-40B4-BE49-F238E27FC236}">
                <a16:creationId xmlns:a16="http://schemas.microsoft.com/office/drawing/2014/main" id="{504B0E5A-0703-4658-A514-92C6FE7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3620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高性能数据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与共享内存底座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767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大块 KV 传输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767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元数据快路径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7677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异步编排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路径完成语义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18192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1819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90775"/>
            <a:ext cx="16859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57475"/>
            <a:ext cx="1552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 / MP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 / 图编译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 / Adapter</a:t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24225"/>
            <a:ext cx="16859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7185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1552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 / Triton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 / NCCL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 / 对象访问</a:t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257675"/>
            <a:ext cx="1685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0530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24375"/>
            <a:ext cx="1552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 / UCX / libfabric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 / io_uring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700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581" y="5419725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 / RDMA 驱动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5419725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 / 一致性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44" y="5419725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 I/O / 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700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4075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436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/ 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581" y="59436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 / DDR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59436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NIC / UB / C2C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44" y="5943600"/>
            <a:ext cx="13644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700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1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2026-07-29T09:35:24.8350000Z</dcterms:created>
  <dcterms:modified xsi:type="dcterms:W3CDTF">2026-07-29T09:35:24.8360000Z</dcterms:modified>
</coreProperties>
</file>