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前缀和注意力激活张量；</a:t>
            </a:r>
          </a:p>
          <a:p>
            <a:r>
              <a:t>2. 物理布局层：将逻辑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【右侧外部实测盈亏平衡线分析】：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100%）。颜色代表加速比对数：绿色代表加载比重算快（净加速，最高 4 倍），橙红色代表加载比重算更慢（性能反噬，降速最高达 4 倍），黑色实线则是两者的盈亏平衡分界线（Break-Even Frontier）。</a:t>
            </a:r>
          </a:p>
          <a:p>
            <a:r>
              <a:t>可以看到，在最右侧通用的 CPU 卸载通路中，在 1k~8k 的中短上下文下，存在大面积的红色负收益区——这意味着即便前缀命中率高达 70%，拉取缓存的开销依然大于直接用 GPU 重新计算。只有当上下文拉长到数万 Tokens 时，重算代价极高，才逐渐进入绿色净收益区。</a:t>
            </a:r>
          </a:p>
          <a:p>
            <a:r>
              <a:t>这给我们的技术启示是：KVCache 命中并不天然等于性能收益。如果不做软硬件协同，依然走传统的 Host CPU 二次拷贝与散碎小 I/O，大部分业务请求都会落在红色负收益区。唯有通过 Host CPU 零数据拷贝、连续物理块聚合和设备 DMA 直达，把底层数据搬运开销压降到极致，才能把这条盈亏平衡线大幅向下平移，使中短前缀和中低复用率场景也能稳定获取加速收益。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3 页：下一步工作安排）】</a:t>
            </a:r>
          </a:p>
          <a:p>
            <a:r>
              <a:t>最后向各位领导汇报我们后续的工作规划与推进节奏：</a:t>
            </a:r>
          </a:p>
          <a:p>
            <a:r>
              <a:t>本次汇报的后续工作安排坚持研发客观演进节奏，不设置死板行政化排期，聚焦于物理开销摸底与软硬件协同课题沉淀：</a:t>
            </a:r>
          </a:p>
          <a:p>
            <a:r>
              <a:t>1. 控制面：补齐微秒级检索、注册、提交与排队耗时分解，摸清在低载与高并发快加载下的行为；</a:t>
            </a:r>
          </a:p>
          <a:p>
            <a:r>
              <a:t>2. 数据面：严格比较块粒度、连续性、设备直达与按层流水，观察加载等待和逐层召回的停顿掩盖效果；</a:t>
            </a:r>
          </a:p>
          <a:p>
            <a:r>
              <a:t>3. 组合与混压：在代表工况下组合有效机制，测试前台在线推理受后台满载搬运的干扰程度；</a:t>
            </a:r>
          </a:p>
          <a:p>
            <a:r>
              <a:t>4. 软硬协同研究：依托第一页提炼的物理化递进链条，把瓶颈对应到布局转换、稳定描述符、拓扑与队列硬件能力，提炼出可落地的共性芯片课题。</a:t>
            </a:r>
          </a:p>
          <a:p/>
          <a:p>
            <a:r>
              <a:t>节奏上采用三周推进闭环：第 1 周统一测清基线；第 2 周单项机制穿透；第 3 周组合混压并汇总成果与研究课题。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核心切入点，将底层硬件特性（DMA/通道/拓扑）、中间软件机制（布局转换/批量搬运/队列）与核心业务指标（TTFT/QPS/TPOT）贯穿于统一链条中量化分析；既探明当前系统物理瓶颈，也提炼出布局转换、批量数据搬运与拓扑调度等共性课题，为后续系统实现与软硬件协同演进提供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43200"/>
            <a:ext cx="4288536" cy="1554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34256"/>
            <a:ext cx="4288536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4340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【坐标维度】横轴=上下文总长(1k~80k) | 纵轴=前缀复用率(0~100%) | 实线=盈亏平衡分界线</a:t>
            </a:r>
            <a:br/>
            <a:r>
              <a:t>【绿色净加速区】：加载耗时 &lt; 本地重算耗时  |  【红黄色负收益区】：加载耗时 &gt; 本地重算耗时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00016"/>
            <a:ext cx="42519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负收益反噬机理（以右侧通用 CPU 卸载为例）：在中短上下文（1k~8k）或中低复用率下呈现大面积红区（降速最高达 4x）；根因在于加速器计算密度高而 Host I/O 搬运较慢，数据拉取与二次中转开销超过直接重算耗时。</a:t>
            </a:r>
          </a:p>
          <a:p>
            <a:pPr>
              <a:spcBef>
                <a:spcPts val="300"/>
              </a:spcBef>
              <a:defRPr sz="750">
                <a:solidFill>
                  <a:srgbClr val="0F172A"/>
                </a:solidFill>
                <a:latin typeface="Microsoft YaHei"/>
              </a:defRPr>
            </a:pPr>
            <a:r>
              <a:t>• 盈亏平衡临界条件：仅当“数据拉取与加载总开销 &lt; 本地直接重算耗时”时缓存具备净收益；沿用通用 Host 协议与离散小 I/O 将推高平衡线，大幅压缩有效收益工况空间。</a:t>
            </a:r>
          </a:p>
          <a:p>
            <a:pPr>
              <a:spcBef>
                <a:spcPts val="3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软硬协同优化目标：通过设备 DMA 直达、连续物理块聚合与 Host CPU 零数据拷贝，大幅压降数据加载开销，推动平衡线向下平移，使绿色净加速区全面覆盖真实业务工况。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工作规划 · 原型实测与软硬协同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持续推进控制面与数据面原型实测验证，系统归纳物理瓶颈并提炼为软硬件协同研究课题。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2743200"/>
                <a:gridCol w="3413455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工作方向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近期工作重点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重点验证工况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观察指标与交付成果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控制面优化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复核检索基线与统计口径；</a:t>
                      </a:r>
                      <a:br/>
                      <a:r>
                        <a:t>补充查询、注册、提交和排队的耗时分解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低载、高复用快加载；</a:t>
                      </a:r>
                      <a:br/>
                      <a:r>
                        <a:t>控制服务接近饱和的高并发场景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 / 提交开销、TTFT、P99 尾部时延</a:t>
                      </a:r>
                      <a:br/>
                      <a:r>
                        <a:t>检索对照与在线影响分析报告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数据面优化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比较业务块粒度、连续程度和提交方式；</a:t>
                      </a:r>
                      <a:br/>
                      <a:r>
                        <a:t>对照直达、中转与按层流水的实际开销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长前缀、碎片化 KV；</a:t>
                      </a:r>
                      <a:br/>
                      <a:r>
                        <a:t>多通道与逐层召回场景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搬运字节、有效带宽、首层等待时间</a:t>
                      </a:r>
                      <a:br/>
                      <a:r>
                        <a:t>加载分解及 TTFT / TPOT 对照数据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组合与混压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在代表工况组合有效机制；</a:t>
                      </a:r>
                      <a:br/>
                      <a:r>
                        <a:t>记录前台推理与后台搬运的实际通路和资源使用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正常 / 拥塞网络；</a:t>
                      </a:r>
                      <a:br/>
                      <a:r>
                        <a:t>纯前台与固定后台高吞吐搬运混压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TTFT、TPOT、有效 QPS 达标率</a:t>
                      </a:r>
                      <a:br/>
                      <a:r>
                        <a:t>后台进度及资源代价平衡曲线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软硬协同研究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按表示、放置、访问和执行梳理物理瓶颈；</a:t>
                      </a:r>
                      <a:br/>
                      <a:r>
                        <a:t>评估布局转换、稳定描述符、拓扑与队列能力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依托现有设备和验证原型；</a:t>
                      </a:r>
                      <a:br/>
                      <a:r>
                        <a:t>对应具体访问粒度与消费方式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机制—物理开销—业务指标映射分析</a:t>
                      </a:r>
                      <a:br/>
                      <a:r>
                        <a:t>共性硬件能力清单与候选芯片课题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【三周推进安排与节奏规划】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3611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91456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第 1 周：基线与瓶颈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02352"/>
            <a:ext cx="3392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D4ED8"/>
                </a:solidFill>
                <a:latin typeface="Microsoft YaHei"/>
              </a:defRPr>
            </a:pPr>
            <a:r>
              <a:t>【核心目标】统一基准 · 耗时细粒度分解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统一实验比较基准，复核检索与通信开销记录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量化分解查询、提交、搬运与同步各阶段时延开销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建立各链路时间开销微秒级基线台账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475488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4754880"/>
            <a:ext cx="3611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4791456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第 2 周：单项与场景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5102352"/>
            <a:ext cx="3392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D4ED8"/>
                </a:solidFill>
                <a:latin typeface="Microsoft YaHei"/>
              </a:defRPr>
            </a:pPr>
            <a:r>
              <a:t>【核心目标】机制切换 · 指标穿透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分别切换各单项优化机制，测试代表业务场景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建立物理开销变化与请求端到端指标的精确映射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验证控制面快路径与数据面连续聚合的加速净收益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4754880"/>
            <a:ext cx="3611880" cy="1554480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4754880"/>
            <a:ext cx="3611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4791456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第 3 周：组合与汇总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02352"/>
            <a:ext cx="3392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D4ED8"/>
                </a:solidFill>
                <a:latin typeface="Microsoft YaHei"/>
              </a:defRPr>
            </a:pPr>
            <a:r>
              <a:t>【核心目标】全链混压 · 提炼课题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复测重点实验结果，补充全机制组合与前后台混压对照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系统汇总加速收益、资源开销、物理瓶颈与权衡边界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提炼出可落地的软硬件协同共性研究线索与芯片演进课题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