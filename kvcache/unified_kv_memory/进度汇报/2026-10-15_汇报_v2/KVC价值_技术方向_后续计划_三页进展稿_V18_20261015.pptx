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前缀和注意力激活张量；</a:t>
            </a:r>
          </a:p>
          <a:p>
            <a:r>
              <a:t>2. 物理布局层：将逻辑 Block 组织为适合高速搬运的连续块；</a:t>
            </a:r>
          </a:p>
          <a:p>
            <a:r>
              <a:t>3. 物理介质层：跨 HBM、DDR、CXL 与 NVMe SSD 进行多级容量扩展；</a:t>
            </a:r>
          </a:p>
          <a:p>
            <a:r>
              <a:t>4. 数据路径层：消除 CPU 内存中转，实现 Host CPU 零数据拷贝与设备 DMA 直达；</a:t>
            </a:r>
          </a:p>
          <a:p>
            <a:r>
              <a:t>5. 计算消费层：实现按层流式预取，使数据搬运完全被 GPU/NPU 计算掩盖。</a:t>
            </a:r>
          </a:p>
          <a:p/>
          <a:p>
            <a:r>
              <a:t>【右侧外部实测盈亏平衡线分析】：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100%）。颜色代表加速比对数：绿色代表加载比重算快（净加速，最高 4 倍），橙红色代表加载比重算更慢（性能反噬，降速最高达 4 倍），黑色实线则是两者的盈亏平衡分界线（Break-Even Frontier）。</a:t>
            </a:r>
          </a:p>
          <a:p>
            <a:r>
              <a:t>可以看到，在最右侧通用的 CPU 卸载通路中，在 1k~8k 的中短上下文下，存在大面积的红色负收益区——这意味着即便前缀命中率高达 70%，拉取缓存的开销依然大于直接用 GPU 重新计算。只有当上下文拉长到数万 Tokens 时，重算代价极高，才逐渐进入绿色净收益区。</a:t>
            </a:r>
          </a:p>
          <a:p>
            <a:r>
              <a:t>这给我们的技术启示是：KVCache 命中并不天然等于性能收益。如果不做软硬件协同，依然走传统的 Host CPU 二次拷贝与散碎小 I/O，大部分业务请求都会落在红色负收益区。唯有通过 Host CPU 零数据拷贝、连续物理块聚合和设备 DMA 直达，把底层数据搬运开销压降到极致，才能把这条盈亏平衡线大幅向下平移，使中短前缀和中低复用率场景也能稳定获取加速收益。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33%。这直接证实了我们在数据面推进“连续块聚合、描述符批量编译、Host CPU 零拷贝与绕过主机内存”的必要性。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把视野拓展到软硬结合体系，重点围绕计算/传输布局解耦、多级存储扩展、连续块硬件聚合以及按层流式消费展开全链路评估，提炼底层共性硬件需求，向芯片团队输入《HOST 侧软硬件协同能力需求书》，从底层建立技术竞争力。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657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[计算状态抽象]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Token/提示词前缀 · 激活状态张量 · 逐层依赖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[组织与解耦]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连续块聚合 (Chunking) · 读写与计算解耦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HBM ↔ Host DDR ↔ CXL ↔ NVMe SSD 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61872"/>
            <a:ext cx="1975104" cy="78638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[硬件极速通路]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Host CPU 零数据拷贝 · 设备 DMA 直达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389888"/>
            <a:ext cx="347472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1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61872"/>
            <a:ext cx="1975104" cy="78638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307592"/>
            <a:ext cx="1865376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[加速器流式消费]</a:t>
            </a:r>
          </a:p>
          <a:p>
            <a:pPr>
              <a:spcBef>
                <a:spcPts val="100"/>
              </a:spcBef>
              <a:defRPr sz="750">
                <a:solidFill>
                  <a:srgbClr val="475569"/>
                </a:solidFill>
                <a:latin typeface="Microsoft YaHei"/>
              </a:defRPr>
            </a:pPr>
            <a:r>
              <a:t>按层异步就绪 · 预取与计算流水掩盖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176272"/>
            <a:ext cx="66751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450592"/>
          <a:ext cx="6675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57400"/>
                <a:gridCol w="2011680"/>
                <a:gridCol w="1234440"/>
              </a:tblGrid>
              <a:tr h="539496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布局转换、连续块合并</a:t>
                      </a:r>
                      <a:br/>
                      <a:r>
                        <a:t>对接 DMA 批量搬运与地址生成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散碎小传输与描述符大幅减少</a:t>
                      </a:r>
                      <a:br/>
                      <a:r>
                        <a:t>有效带宽提升，转换耗时大幅收敛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  <a:br/>
                      <a:r>
                        <a:t>有效 QPS 提升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分层放置、NUMA 亲和与按带宽分片</a:t>
                      </a:r>
                      <a:br/>
                      <a:r>
                        <a:t>匹配内存通道特征与 SSD 块粒度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突破显存容量墙，多通道负载均衡</a:t>
                      </a:r>
                      <a:br/>
                      <a:r>
                        <a:t>远端访问与换入换出总线争用消除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 QPS 提升</a:t>
                      </a:r>
                      <a:br/>
                      <a:r>
                        <a:t>承载超长上下文</a:t>
                      </a:r>
                      <a:br/>
                      <a:r>
                        <a:t>降低单请求 TCO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直达、按需读取与地址映射</a:t>
                      </a:r>
                      <a:br/>
                      <a:r>
                        <a:t>匹配访问粒度与拓扑，绕过主机内存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 Host CPU 数据拷贝与二次中转</a:t>
                      </a:r>
                      <a:br/>
                      <a:r>
                        <a:t>实际搬运字节减半，释放系统总线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  <a:br/>
                      <a:r>
                        <a:t>逐层召回改善 TPOT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按层异步流水、流式预取与完成通知</a:t>
                      </a:r>
                      <a:br/>
                      <a:r>
                        <a:t>配合硬件队列优先级与前后台限流 QoS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消除首层等待，掩盖搬运开销</a:t>
                      </a:r>
                      <a:br/>
                      <a:r>
                        <a:t>计算停顿最小化，前后台零流量干扰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/ TPOT 改善</a:t>
                      </a:r>
                      <a:br/>
                      <a:r>
                        <a:t>P99 尾时延收敛</a:t>
                      </a:r>
                      <a:br/>
                      <a:r>
                        <a:t>有效 QPS 达标</a:t>
                      </a:r>
                    </a:p>
                  </a:txBody>
                  <a:tcPr anchor="ctr" marL="54864" marR="54864" marT="27432" marB="2743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457200" y="5212080"/>
            <a:ext cx="66751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73152" cy="111556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248656"/>
            <a:ext cx="6419088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Microsoft YaHei"/>
              </a:defRPr>
            </a:pPr>
            <a:r>
              <a:t>【软硬协同研究价值与技术落地闭环】</a:t>
            </a:r>
          </a:p>
          <a:p>
            <a:pPr>
              <a:spcBef>
                <a:spcPts val="300"/>
              </a:spcBef>
              <a:defRPr sz="850">
                <a:solidFill>
                  <a:srgbClr val="0F172A"/>
                </a:solidFill>
                <a:latin typeface="Microsoft YaHei"/>
              </a:defRPr>
            </a:pPr>
            <a:r>
              <a:t>以 KVC 为核心切入点，将底层硬件特性（DMA/通道/拓扑）、中间软件机制（布局转换/批量搬运/队列）与核心业务指标（TTFT/QPS/TPOT）贯穿于统一链条中量化分析；既探明当前系统物理瓶颈，也提炼出布局转换、批量数据搬运与拓扑调度等共性课题，为后续系统实现与软硬件协同演进提供扎实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2176272"/>
            <a:ext cx="4434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443484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2450592"/>
            <a:ext cx="443484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478024"/>
            <a:ext cx="42519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31" name="Picture 30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743200"/>
            <a:ext cx="4288536" cy="155448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7370064" y="4334256"/>
            <a:ext cx="4288536" cy="329184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8352" y="4343400"/>
            <a:ext cx="42519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00" b="1">
                <a:solidFill>
                  <a:srgbClr val="0F172A"/>
                </a:solidFill>
                <a:latin typeface="Microsoft YaHei"/>
              </a:defRPr>
            </a:pPr>
            <a:r>
              <a:t>【坐标维度】横轴=上下文总长(1k~80k) | 纵轴=前缀复用率(0~100%) | 实线=盈亏平衡分界线</a:t>
            </a:r>
            <a:br/>
            <a:r>
              <a:t>【绿色净加速区】：加载耗时 &lt; 本地重算耗时  |  【红黄色负收益区】：加载耗时 &gt; 本地重算耗时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4700016"/>
            <a:ext cx="42519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>
                <a:solidFill>
                  <a:srgbClr val="BE123C"/>
                </a:solidFill>
                <a:latin typeface="Microsoft YaHei"/>
              </a:defRPr>
            </a:pPr>
            <a:r>
              <a:t>• 负收益反噬机理（以右侧通用 CPU 卸载为例）：在中短上下文（1k~8k）或中低复用率下呈现大面积红区（降速最高达 4x）；根因在于加速器计算密度高而 Host I/O 搬运较慢，数据拉取与二次中转开销超过直接重算耗时。</a:t>
            </a:r>
          </a:p>
          <a:p>
            <a:pPr>
              <a:spcBef>
                <a:spcPts val="300"/>
              </a:spcBef>
              <a:defRPr sz="750">
                <a:solidFill>
                  <a:srgbClr val="0F172A"/>
                </a:solidFill>
                <a:latin typeface="Microsoft YaHei"/>
              </a:defRPr>
            </a:pPr>
            <a:r>
              <a:t>• 盈亏平衡临界条件：仅当“数据拉取与加载总开销 &lt; 本地直接重算耗时”时缓存具备净收益；沿用通用 Host 协议与离散小 I/O 将推高平衡线，大幅压缩有效收益工况空间。</a:t>
            </a:r>
          </a:p>
          <a:p>
            <a:pPr>
              <a:spcBef>
                <a:spcPts val="300"/>
              </a:spcBef>
              <a:defRPr sz="750" b="1">
                <a:solidFill>
                  <a:srgbClr val="047857"/>
                </a:solidFill>
                <a:latin typeface="Microsoft YaHei"/>
              </a:defRPr>
            </a:pPr>
            <a:r>
              <a:t>• 软硬协同优化目标：通过设备 DMA 直达、连续物理块聚合与 Host CPU 零数据拷贝，大幅压降数据加载开销，推动平衡线向下平移，使绿色净加速区全面覆盖真实业务工况。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3246120" cy="9418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81912"/>
            <a:ext cx="1993392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60020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2084832"/>
            <a:ext cx="199339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103120"/>
            <a:ext cx="184708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78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560320"/>
            <a:ext cx="32461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8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70632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【物理瓶颈】计算与传输布局失配：GPU 按层组织显存便于算子计算，沿用至 Host 导致跨层读取被打散为海量微小 I/O；离散小页下物理总线利用率仅 5%~22%，I/O 停顿占 Prefill 耗时达 74%（Strata OSDI'26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【收益传导】计算与传输解耦：按页连续聚合组织物理 I/O，大幅减少碎片化小传输与描述符提交，有效打满物理总线带宽，数据加载等待时间缩短 52%（TTFT 5.03s 降至 2.42s）。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【后续成果承接】数据面优化重点：连续物理块聚合、描述符批量编译、Host CPU 零数据拷贝与绕过主机内存 (Payload Bypass DDR)。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34440"/>
            <a:ext cx="5532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34440"/>
            <a:ext cx="55321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19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81912"/>
            <a:ext cx="5120640" cy="1188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788920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BE123C"/>
                </a:solidFill>
                <a:latin typeface="Microsoft YaHei"/>
              </a:defRPr>
            </a:pPr>
            <a:r>
              <a:t>【物理瓶颈】高并发控制事务累积排队：传统网络 RPC 与元数据检索单次耗时 10~30µs；并发请求上升或前缀变短时，排队延迟呈 3.5 倍发散恶化，形成控制面阻塞并引发 P99 尾部时延抖动（Beluga SIGMOD'26 实测）。</a:t>
            </a:r>
          </a:p>
          <a:p>
            <a:pPr>
              <a:spcBef>
                <a:spcPts val="200"/>
              </a:spcBef>
              <a:defRPr sz="800">
                <a:solidFill>
                  <a:srgbClr val="0F172A"/>
                </a:solidFill>
                <a:latin typeface="Microsoft YaHei"/>
              </a:defRPr>
            </a:pPr>
            <a:r>
              <a:t>【收益传导】微秒级控制面快路径：将单次控制事务缩短至数微秒，同等在途并发下控制吞吐提升 2.5 倍以上（突破 12 M ops/s），有效消除控制面队头阻塞与事务积压。</a:t>
            </a:r>
          </a:p>
          <a:p>
            <a:pPr>
              <a:spcBef>
                <a:spcPts val="200"/>
              </a:spcBef>
              <a:defRPr sz="800" b="1">
                <a:solidFill>
                  <a:srgbClr val="1D4ED8"/>
                </a:solidFill>
                <a:latin typeface="Microsoft YaHei"/>
              </a:defRPr>
            </a:pPr>
            <a:r>
              <a:t>【后续成果承接】控制面优化重点：元数据共享内存快路径、单边免 CPU 协商、描述符批量复用与微秒选路决策。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1127729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Microsoft YaHei"/>
              </a:defRPr>
            </a:pPr>
            <a:r>
              <a:t>【优化方向与收益传导矩阵（直接对应后续控制面与数据面成果汇报）】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215383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元数据快路径与稳定描述符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共享内存检索、批量查询；</a:t>
                      </a:r>
                      <a:br/>
                      <a:r>
                        <a:t>复用注册信息与地址描述符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高复用且加载快；</a:t>
                      </a:r>
                      <a:br/>
                      <a:r>
                        <a:t>查询服务接近饱和的高并发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查询往返、注册和处理开销减少 ➔ 同步等待与控制面排队减少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TTFT、P99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  <a:br/>
                      <a:r>
                        <a:t>动态选路决策与前后台控制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加载 / 重算成本前置模型；</a:t>
                      </a:r>
                      <a:br/>
                      <a:r>
                        <a:t>硬件优先级队列、限速与退避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低复用、拥塞链路；</a:t>
                      </a:r>
                      <a:br/>
                      <a:r>
                        <a:t>前台推理与后台搬运混压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避免非收益的低效拉取，降低共享资源总线争用 ➔ 杜绝性能反噬，降低前台生成干扰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改善 TTFT、TPOT 与 P99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布局转换与批量聚合搬运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计算 / 传输布局解耦；</a:t>
                      </a:r>
                      <a:br/>
                      <a:r>
                        <a:t>连续块聚合、批量 DMA 提交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长前缀恢复；</a:t>
                      </a:r>
                      <a:br/>
                      <a:r>
                        <a:t>KV 碎片多、小传输密集场景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小 I/O、描述符和提交次数减少 ➔ 打满物理带宽，加载等待缩短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  <a:br/>
                      <a:r>
                        <a:t>提高有效 QPS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分层放置与多通道均衡利用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分层存储、亲和分配与带宽分片；</a:t>
                      </a:r>
                      <a:br/>
                      <a:r>
                        <a:t>拓扑感知选路、通道负载均衡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多内存通道、多网卡；</a:t>
                      </a:r>
                      <a:br/>
                      <a:r>
                        <a:t>链路负载不均或容量受限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跨域访问和热点通道排队减少 ➔ 物理可用容量与聚合带宽更充分利用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TTFT、收敛尾时延</a:t>
                      </a:r>
                      <a:br/>
                      <a:r>
                        <a:t>提高有效 QPS，降低 TCO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  <a:br/>
                      <a:r>
                        <a:t>按需直达与按层异步流水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设备 DMA 直达绕过主机内存；</a:t>
                      </a:r>
                      <a:br/>
                      <a:r>
                        <a:t>按需访问、逐层预取与计算重叠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外部 KV 恢复；</a:t>
                      </a:r>
                      <a:br/>
                      <a:r>
                        <a:t>生成中需要逐层召回的场景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消除中转与 Host CPU 拷贝，首层等待减少 ➔ 数据等待与计算停顿掩盖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</a:t>
                      </a:r>
                      <a:br/>
                      <a:r>
                        <a:t>逐层召回场景改善 TPOT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11277295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04672"/>
            <a:ext cx="73152" cy="34747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41248"/>
            <a:ext cx="11018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443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44568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1277295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量化评估“计算/传输布局解耦、多级存储扩展、硬件连续块聚合、按层流水与 QoS 隔离”全流程的加速收益与硬件开销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形成面向异构硬件底座的软硬结合系统方案，提炼并向芯片团队输入《HOST 侧软硬件协同能力需求书》（明确连续块硬件解析、设备直达与内存互联规范）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