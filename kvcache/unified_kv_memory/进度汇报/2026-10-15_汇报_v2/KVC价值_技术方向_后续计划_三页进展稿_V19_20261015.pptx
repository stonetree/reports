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1 页：KVC 软硬协同价值）】</a:t>
            </a:r>
          </a:p>
          <a:p>
            <a:r>
              <a:t>各位领导、评审专家，大家好！本页重点汇报我们围绕 KVCache 展开软硬件协同优化的核心逻辑与第一性原理。</a:t>
            </a:r>
          </a:p>
          <a:p>
            <a:r>
              <a:t>在传统认知中，KVCache 往往被视作上层推理框架的一个缓存淘汰算法或中间件对象。但当我们深入底层时发现：KVC 绝不仅是软件数据结构，它是一个直接跨越五个物理抽象层级的体系结构问题（如顶部流程图所示）：</a:t>
            </a:r>
          </a:p>
          <a:p>
            <a:r>
              <a:t>1. 逻辑 KV 层：定义 Token 前缀和注意力激活张量；</a:t>
            </a:r>
          </a:p>
          <a:p>
            <a:r>
              <a:t>2. 物理布局层：将逻辑 Block 组织为适合高速搬运的连续块；</a:t>
            </a:r>
          </a:p>
          <a:p>
            <a:r>
              <a:t>3. 物理介质层：跨 HBM、DDR、CXL 与 NVMe SSD 进行多级容量扩展；</a:t>
            </a:r>
          </a:p>
          <a:p>
            <a:r>
              <a:t>4. 数据路径层：消除 CPU 内存中转，实现 Host CPU 零数据拷贝与设备 DMA 直达；</a:t>
            </a:r>
          </a:p>
          <a:p>
            <a:r>
              <a:t>5. 计算消费层：实现按层流式预取，使数据搬运完全被 GPU/NPU 计算掩盖。</a:t>
            </a:r>
          </a:p>
          <a:p/>
          <a:p>
            <a:r>
              <a:t>【右侧外部实测盈亏平衡线分析】：</a:t>
            </a:r>
          </a:p>
          <a:p>
            <a:r>
              <a:t>右图来自 2026 年顶会针对外部主流推理引擎（vLLM）外挂存储的最新实测（py-kvcache）。图中的横轴是用户输入的上下文长度（1k 到 80k Tokens），纵轴是前缀命中的复用比例（0% 到 100%）。颜色代表加速比对数：绿色代表加载比重算快（净加速，最高 4 倍），橙红色代表加载比重算更慢（性能反噬，降速最高达 4 倍），黑色实线则是两者的盈亏平衡分界线（Break-Even Frontier）。</a:t>
            </a:r>
          </a:p>
          <a:p>
            <a:r>
              <a:t>可以看到，在最右侧通用的 CPU 卸载通路中，在 1k~8k 的中短上下文下，存在大面积的红色负收益区——这意味着即便前缀命中率高达 70%，拉取缓存的开销依然大于直接用 GPU 重新计算。只有当上下文拉长到数万 Tokens 时，重算代价极高，才逐渐进入绿色净收益区。</a:t>
            </a:r>
          </a:p>
          <a:p>
            <a:r>
              <a:t>这给我们的技术启示是：KVCache 命中并不天然等于性能收益。如果不做软硬件协同，依然走传统的 Host CPU 二次拷贝与散碎小 I/O，大部分业务请求都会落在红色负收益区。唯有通过 Host CPU 零数据拷贝、连续物理块聚合和设备 DMA 直达，把底层数据搬运开销压降到极致，才能把这条盈亏平衡线大幅向下平移，使中短前缀和中低复用率场景也能稳定获取加速收益。</a:t>
            </a:r>
          </a:p>
          <a:p/>
          <a:p>
            <a:r>
              <a:t>参考文献依据：OSDI 2026 Strata; FAST 2026 Bidaw; SIGCOMM 2026 DualPath; py-kvcache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2 页：技术探索方向与瓶颈引导）】</a:t>
            </a:r>
          </a:p>
          <a:p>
            <a:r>
              <a:t>本页是承上启下的关键页，核心任务是引导领导和评审专家清晰看到 KVC 在数据面与控制面面临的根本物理瓶颈，并直接引出后续具体优化成果汇报。</a:t>
            </a:r>
          </a:p>
          <a:p/>
          <a:p>
            <a:r>
              <a:t>左侧聚焦【数据面物理痛点】：</a:t>
            </a:r>
          </a:p>
          <a:p>
            <a:r>
              <a:t>大模型计算天然需要按层（Layer-first）组织显存以便执行注意力计算；但如果存储和 Host 内存也机械沿用该布局，跨层 KV 读取就会被切碎成海量微小 I/O。Strata (OSDI'26) 实测表明，在离散小页下 PCIe/总线利用率仅有 5%~22%，I/O 停顿占 Prefill 总耗时达 74%。通过计算/传输布局解耦与按页连续聚合，平均 TTFT 缩短 52%（5.03s 降至 2.42s），吞吐提升 33%。这直接证实了我们在数据面推进“连续块聚合、描述符批量编译、Host CPU 零拷贝与绕过主机内存”的必要性。</a:t>
            </a:r>
          </a:p>
          <a:p/>
          <a:p>
            <a:r>
              <a:t>右侧聚焦【控制面开销瓶颈】：</a:t>
            </a:r>
          </a:p>
          <a:p>
            <a:r>
              <a:t>Beluga (SIGMOD'26) 的微基准测试揭示了高并发下的系统瓶颈：传统网络 RPC 控制事务耗时 10~30µs。随着并发上升，排队延迟呈 3.5 倍发散恶化，形成控制面阻塞，拉大 P99 尾部时延。而通过微秒级快路径，控制开销压降至数微秒，吞吐提升 2.5 倍以上。这直接引出了我们在控制面深耕的“元数据共享内存快路径、单边免 CPU 协商与微秒选路决策”。</a:t>
            </a:r>
          </a:p>
          <a:p/>
          <a:p>
            <a:r>
              <a:t>下方的优化方向表，清晰地将 5 大机制划分为控制面与数据面，与后续汇报的实验数据一一对应。</a:t>
            </a:r>
          </a:p>
          <a:p/>
          <a:p>
            <a:r>
              <a:t>参考文献依据：OSDI 2026 Strata (Fig.6, Fig.13); SIGMOD 2026 Beluga (Fig.14)。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【汇报讲稿（第 3 页：后续推进规划 · 1 分钟快速串讲，引导领导多指方向）】</a:t>
            </a:r>
          </a:p>
          <a:p>
            <a:r>
              <a:t>各位领导，最后这一页简要汇报后续的三个重点工作方向，把时间留给领导多指导和把关方向：</a:t>
            </a:r>
          </a:p>
          <a:p/>
          <a:p>
            <a:r>
              <a:t>1. 全链路混压验证：打通真实双节点控制面与数据面机制，验证端到端复合加速净收益，指标明确为 TTFT 缩短 20%、QPS 提升 10%、前台干扰小于 3%，输出全工况实测性能对账集与混压报告；</a:t>
            </a:r>
          </a:p>
          <a:p>
            <a:r>
              <a:t>2. 主流引擎工程化适配：以插件化方式无缝接入 vLLM 与 SGLang 开源生态，打通单机多卡 TP=8 协同与显存向外分层扩展，交付调度底座主干代码库与集群调优指南；</a:t>
            </a:r>
          </a:p>
          <a:p>
            <a:r>
              <a:t>3. 探索 HOST 侧 KVC 软硬结合优化手段，提升解决方案竞争力：紧扣第一页全流程价值链，重点围绕计算/传输布局解耦、多级存储扩展、连续块聚合以及按层流式消费展开全链路评估，沉淀面向异构底座的软硬协同优化方法与技术方案，提升系统底层竞争力。</a:t>
            </a:r>
          </a:p>
          <a:p/>
          <a:p>
            <a:r>
              <a:t>后续重点工作就是这三项，非常期待各位领导在技术方向、实验条件和软硬结合路径上给我们多提指导意见！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KVC 的软硬协同价值：从计算状态到物理执行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价值探索 · 体系结构与业务传导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大模型注意力键值缓存（KVCache）将逻辑计算状态与底层内存、存储、互联及执行紧密绑定；单纯上层优化无法突破物理墙，底层通路决定其能否兑现为业务净收益。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975104" cy="78638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① 逻辑 KV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[计算状态抽象]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Token/提示词前缀 · 激活状态张量 · 逐层依赖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304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表示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9776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② 物理布局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[组织与解耦]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连续块聚合 (Chunking) · 读写与计算解耦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放置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③ 物理介质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[多级存储分层]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HBM ↔ Host DDR ↔ CXL ↔ NVMe SSD 扩展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6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通路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928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④ 数据路径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[硬件极速通路]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Host CPU 零数据拷贝 · 设备 DMA 直达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流式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47504" y="1261872"/>
            <a:ext cx="1975104" cy="78638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8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⑤ 计算消费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[加速器流式消费]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按层异步就绪 · 预取与计算流水掩盖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176272"/>
            <a:ext cx="6675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【物理化映射矩阵：软件机制如何传导至物理开销与业务指标】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2450592"/>
          <a:ext cx="6675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57400"/>
                <a:gridCol w="2011680"/>
                <a:gridCol w="1234440"/>
              </a:tblGrid>
              <a:tr h="539496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连接环节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软件机制与底层能力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改变的物理开销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关联业务指标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逻辑 KV → 物理布局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布局转换、连续块合并</a:t>
                      </a:r>
                      <a:br/>
                      <a:r>
                        <a:t>对接 DMA 批量搬运与地址生成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散碎小传输与描述符大幅减少</a:t>
                      </a:r>
                      <a:br/>
                      <a:r>
                        <a:t>有效带宽提升，转换耗时大幅收敛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缩短</a:t>
                      </a:r>
                      <a:br/>
                      <a:r>
                        <a:t>有效 QPS 提升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物理布局 → 物理介质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分层放置、NUMA 亲和与按带宽分片</a:t>
                      </a:r>
                      <a:br/>
                      <a:r>
                        <a:t>匹配内存通道特征与 SSD 块粒度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突破显存容量墙，多通道负载均衡</a:t>
                      </a:r>
                      <a:br/>
                      <a:r>
                        <a:t>远端访问与换入换出总线争用消除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有效 QPS 提升</a:t>
                      </a:r>
                      <a:br/>
                      <a:r>
                        <a:t>承载超长上下文</a:t>
                      </a:r>
                      <a:br/>
                      <a:r>
                        <a:t>降低单请求 TCO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物理介质 → 数据路径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设备 DMA 直达、按需读取与地址映射</a:t>
                      </a:r>
                      <a:br/>
                      <a:r>
                        <a:t>匹配访问粒度与拓扑，绕过主机内存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 Host CPU 数据拷贝与二次中转</a:t>
                      </a:r>
                      <a:br/>
                      <a:r>
                        <a:t>实际搬运字节减半，释放系统总线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显著降低</a:t>
                      </a:r>
                      <a:br/>
                      <a:r>
                        <a:t>逐层召回改善 TPOT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数据路径 → 计算消费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按层异步流水、流式预取与完成通知</a:t>
                      </a:r>
                      <a:br/>
                      <a:r>
                        <a:t>配合硬件队列优先级与前后台限流 QoS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消除首层等待，掩盖搬运开销</a:t>
                      </a:r>
                      <a:br/>
                      <a:r>
                        <a:t>计算停顿最小化，前后台零流量干扰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/ TPOT 改善</a:t>
                      </a:r>
                      <a:br/>
                      <a:r>
                        <a:t>P99 尾时延收敛</a:t>
                      </a:r>
                      <a:br/>
                      <a:r>
                        <a:t>有效 QPS 达标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457200" y="5212080"/>
            <a:ext cx="667512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73152" cy="111556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248656"/>
            <a:ext cx="6419088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【软硬协同研究价值与技术落地闭环】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Microsoft YaHei"/>
              </a:defRPr>
            </a:pPr>
            <a:r>
              <a:t>以 KVC 为核心切入点，将底层硬件特性（DMA/通道/拓扑）、中间软件机制（布局转换/批量搬运/队列）与核心业务指标（TTFT/QPS/TPOT）贯穿于统一链条中量化分析；既探明当前系统物理瓶颈，也提炼出布局转换、批量数据搬运与拓扑调度等共性课题，为后续系统实现与软硬件协同演进提供扎实依据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2176272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【核心依据：物理开销决定净收益边界 (Break-Even)】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443484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2450592"/>
            <a:ext cx="44348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8352" y="2478024"/>
            <a:ext cx="42519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外部实测：KVC 命中与加速净收益的盈亏平衡分界线 (py-kvcache 2026)</a:t>
            </a:r>
          </a:p>
        </p:txBody>
      </p:sp>
      <p:pic>
        <p:nvPicPr>
          <p:cNvPr id="31" name="Picture 30" descr="pykvcache_fig06_break_even_fron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743200"/>
            <a:ext cx="4288536" cy="15544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370064" y="4334256"/>
            <a:ext cx="4288536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8352" y="4343400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【坐标维度】横轴=上下文总长(1k~80k) | 纵轴=前缀复用率(0~100%) | 实线=盈亏平衡分界线</a:t>
            </a:r>
            <a:br/>
            <a:r>
              <a:t>【绿色净加速区】：加载耗时 &lt; 本地重算耗时  |  【红黄色负收益区】：加载耗时 &gt; 本地重算耗时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4700016"/>
            <a:ext cx="425196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BE123C"/>
                </a:solidFill>
                <a:latin typeface="Microsoft YaHei"/>
              </a:defRPr>
            </a:pPr>
            <a:r>
              <a:t>• 负收益反噬机理（以右侧通用 CPU 卸载为例）：在中短上下文（1k~8k）或中低复用率下呈现大面积红区（降速最高达 4x）；根因在于加速器计算密度高而 Host I/O 搬运较慢，数据拉取与二次中转开销超过直接重算耗时。</a:t>
            </a:r>
          </a:p>
          <a:p>
            <a:pPr>
              <a:spcBef>
                <a:spcPts val="300"/>
              </a:spcBef>
              <a:defRPr sz="750">
                <a:solidFill>
                  <a:srgbClr val="0F172A"/>
                </a:solidFill>
                <a:latin typeface="Microsoft YaHei"/>
              </a:defRPr>
            </a:pPr>
            <a:r>
              <a:t>• 盈亏平衡临界条件：仅当“数据拉取与加载总开销 &lt; 本地直接重算耗时”时缓存具备净收益；沿用通用 Host 协议与离散小 I/O 将推高平衡线，大幅压缩有效收益工况空间。</a:t>
            </a:r>
          </a:p>
          <a:p>
            <a:pPr>
              <a:spcBef>
                <a:spcPts val="300"/>
              </a:spcBef>
              <a:defRPr sz="750" b="1">
                <a:solidFill>
                  <a:srgbClr val="047857"/>
                </a:solidFill>
                <a:latin typeface="Microsoft YaHei"/>
              </a:defRPr>
            </a:pPr>
            <a:r>
              <a:t>• 软硬协同优化目标：通过设备 DMA 直达、连续物理块聚合与 Host CPU 零数据拷贝，大幅压降数据加载开销，推动平衡线向下平移，使绿色净加速区全面覆盖真实业务工况。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技术探索方向：布局开销与控制面吞吐的收益传导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探索方向 · 瓶颈引导与优化映射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以数据面“计算/传输布局失配”与控制面“微秒级事务累积排队”为两大瓶颈切入点，引导并全面承接后续控制面与数据面优化成果。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【数据面痛点引导】布局失配与碎片 I/O 导致总线严重饥饿</a:t>
            </a:r>
          </a:p>
        </p:txBody>
      </p:sp>
      <p:pic>
        <p:nvPicPr>
          <p:cNvPr id="11" name="Picture 10" descr="fig06_layout_de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3246120" cy="9418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86200" y="1581912"/>
            <a:ext cx="1993392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60020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平均 TTFT：5.03s ➔ 2.42s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缩短 52% (2.1x 加速，TTFT 减半)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2084832"/>
            <a:ext cx="199339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210312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47857"/>
                </a:solidFill>
                <a:latin typeface="Microsoft YaHei"/>
              </a:defRPr>
            </a:pPr>
            <a:r>
              <a:t>生成吞吐：27.4 ➔ 36.4 T/s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吞吐提升 33% (满足高并发 SLO)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60320"/>
            <a:ext cx="32461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80" b="1">
                <a:solidFill>
                  <a:srgbClr val="475569"/>
                </a:solidFill>
                <a:latin typeface="Microsoft YaHei"/>
              </a:defRPr>
            </a:pPr>
            <a:r>
              <a:t>GPU：按层计算布局   Host/存储：按页连续传输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770632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【物理瓶颈】计算与传输布局失配：GPU 按层组织显存便于算子计算，沿用至 Host 导致跨层读取被打散为海量微小 I/O；离散小页下物理总线利用率仅 5%~22%，I/O 停顿占 Prefill 耗时达 74%（Strata OSDI'26 实测）。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【收益传导】计算与传输解耦：按页连续聚合组织物理 I/O，大幅减少碎片化小传输与描述符提交，有效打满物理总线带宽，数据加载等待时间缩短 52%（TTFT 5.03s 降至 2.42s）。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【后续成果承接】数据面优化重点：连续物理块聚合、描述符批量编译、Host CPU 零数据拷贝与绕过主机内存 (Payload Bypass DDR)。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【控制面痛点引导】微秒级事务累积引发排队风暴与长尾恶化</a:t>
            </a:r>
          </a:p>
        </p:txBody>
      </p:sp>
      <p:pic>
        <p:nvPicPr>
          <p:cNvPr id="21" name="Picture 20" descr="beluga_fig14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81912"/>
            <a:ext cx="5120640" cy="1188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0" y="2788920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【物理瓶颈】高并发控制事务累积排队：传统网络 RPC 与元数据检索单次耗时 10~30µs；并发请求上升或前缀变短时，排队延迟呈 3.5 倍发散恶化，形成控制面阻塞并引发 P99 尾部时延抖动（Beluga SIGMOD'26 实测）。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【收益传导】微秒级控制面快路径：将单次控制事务缩短至数微秒，同等在途并发下控制吞吐提升 2.5 倍以上（突破 12 M ops/s），有效消除控制面队头阻塞与事务积压。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【后续成果承接】控制面优化重点：元数据共享内存快路径、单边免 CPU 协商、描述符批量复用与微秒选路决策。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77639"/>
            <a:ext cx="112772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【优化方向与收益传导矩阵（直接对应后续控制面与数据面成果汇报）】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4215383"/>
          <a:ext cx="1127455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560320"/>
                <a:gridCol w="2011680"/>
                <a:gridCol w="3291840"/>
                <a:gridCol w="1719072"/>
              </a:tblGrid>
              <a:tr h="3733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优化方向 / 归属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 / 硬件机制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收益场景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微观变化与收益传导机理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元数据快路径与稳定描述符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共享内存检索、批量查询；</a:t>
                      </a:r>
                      <a:br/>
                      <a:r>
                        <a:t>复用注册信息与地址描述符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高复用且加载快；</a:t>
                      </a:r>
                      <a:br/>
                      <a:r>
                        <a:t>查询服务接近饱和的高并发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查询往返、注册和处理开销减少 ➔ 同步等待与控制面排队减少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TTFT、P99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动态选路决策与前后台控制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加载 / 重算成本前置模型；</a:t>
                      </a:r>
                      <a:br/>
                      <a:r>
                        <a:t>硬件优先级队列、限速与退避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低复用、拥塞链路；</a:t>
                      </a:r>
                      <a:br/>
                      <a:r>
                        <a:t>前台推理与后台搬运混压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避免非收益的低效拉取，降低共享资源总线争用 ➔ 杜绝性能反噬，降低前台生成干扰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改善 TTFT、TPOT 与 P99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布局转换与批量聚合搬运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计算 / 传输布局解耦；</a:t>
                      </a:r>
                      <a:br/>
                      <a:r>
                        <a:t>连续块聚合、批量 DMA 提交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长前缀恢复；</a:t>
                      </a:r>
                      <a:br/>
                      <a:r>
                        <a:t>KV 碎片多、小传输密集场景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小 I/O、描述符和提交次数减少 ➔ 打满物理带宽，加载等待缩短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显著缩短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分层放置与多通道均衡利用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分层存储、亲和分配与带宽分片；</a:t>
                      </a:r>
                      <a:br/>
                      <a:r>
                        <a:t>拓扑感知选路、通道负载均衡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多内存通道、多网卡；</a:t>
                      </a:r>
                      <a:br/>
                      <a:r>
                        <a:t>链路负载不均或容量受限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跨域访问和热点通道排队减少 ➔ 物理可用容量与聚合带宽更充分利用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TTFT、收敛尾时延</a:t>
                      </a:r>
                      <a:br/>
                      <a:r>
                        <a:t>提高有效 QPS，降低 TCO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按需直达与按层异步流水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设备 DMA 直达绕过主机内存；</a:t>
                      </a:r>
                      <a:br/>
                      <a:r>
                        <a:t>按需访问、逐层预取与计算重叠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外部 KV 恢复；</a:t>
                      </a:r>
                      <a:br/>
                      <a:r>
                        <a:t>生成中需要逐层召回的场景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消除中转与 Host CPU 拷贝，首层等待减少 ➔ 数据等待与计算停顿掩盖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</a:t>
                      </a:r>
                      <a:br/>
                      <a:r>
                        <a:t>逐层召回场景改善 TPOT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下一步工作规划：重点方向、关键指标与预期结果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推进规划 · 目标与预期结果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围绕已有控制面与数据面优化成果，聚焦全链路混压验证、主流引擎适配与 HOST 侧软硬结合手段探索，全面提升解决方案竞争力。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1.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打通真实双节点全链路混压，验证端到端复合加速净收益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端到端 TTFT 缩短 ≥20%，有效 QPS 提升 ≥10%，前台在线推理 TPOT 干扰率 &lt;3%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输出全工况实测性能对账集（涵盖短/中/长 Prompt 与 5 档复用率），形成机制组合与双节点混压分析报告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44368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2.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主流开源推理引擎工程化适配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支持单机多卡（TP=8）与跨节点透明访问，有效显存容量等效扩展 ≥30%，核心代码单测覆盖率 ≥85%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以插件化方式无缝接入 vLLM / SGLang，交付统一异构调度底座代码库主干，沉淀生产级集群分层部署与网络 QoS 队列参数调优指南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44568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3.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探索 HOST 侧 KVC 软硬结合优化手段，提升解决方案竞争力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量化评估布局解耦、多级存储扩展、连续块聚合与硬件 QoS 隔离等手段的加速收益与物理开销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沉淀面向异构硬件底座的软硬协同优化方法，形成系统技术方案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