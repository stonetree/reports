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前缀和注意力激活张量，软硬协同切入点在于 KV 状态对象化 (KVHandle)；</a:t>
            </a:r>
          </a:p>
          <a:p>
            <a:r>
              <a:t>2. 物理布局层：通过计算与传输布局解耦 (Strata) 以及连续块聚合，解决碎片化离散小传输；</a:t>
            </a:r>
          </a:p>
          <a:p>
            <a:r>
              <a:t>3. 物理介质层：跨 HOST DDR、CXL 与 NVMe SSD 进行多级容量扩展，结合 NUMA 亲和与按带宽分片；</a:t>
            </a:r>
          </a:p>
          <a:p>
            <a:r>
              <a:t>4. 数据路径层：消除 CPU 内存中转，实现 Host CPU 零数据拷贝与设备 DMA 直达（Bypass DDR）；</a:t>
            </a:r>
          </a:p>
          <a:p>
            <a:r>
              <a:t>5. 计算消费层：实现 HOST 侧按层流式预取与硬件 QoS 优先级队列，使数据搬运完全被推理计算掩盖。</a:t>
            </a:r>
          </a:p>
          <a:p/>
          <a:p>
            <a:r>
              <a:t>【右侧外部实测盈亏平衡线分析与木桶效应】：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100%）。绿色代表加载比重算快（净加速），橙红色代表加载比重算更慢（性能反噬，降速最高达 4 倍），黑色实线则是两者的盈亏平衡分界线。</a:t>
            </a:r>
          </a:p>
          <a:p>
            <a:r>
              <a:t>这里必须重点指出的工程规律是：KVC 加速存在极强的'全链路木桶效应'。HOST 侧若在任何单一环节存在适配问题（例如连续块合并失效引发离散小 I/O、触发了 CPU 内存拷贝、跨 NUMA 访存或者总线争用），微观物理开销就会迅速累积反噬，导致数据拉取耗时超过直接重算，整个系统直接坠入大面积红黄色负收益区，恶化在线推理的 TTFT、TPOT 尾部时延与有效吞吐等宏观指标。</a:t>
            </a:r>
          </a:p>
          <a:p>
            <a:r>
              <a:t>因此，HOST 侧软硬协同的核心价值，就是消除全链路短板，将盈亏平衡分界线大幅向下平移，确保真实推理业务稳定获取加速净收益。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33%。这直接证实了我们在数据面推进“连续块聚合、描述符批量编译、Host CPU 零拷贝与绕过主机内存”的必要性。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探索 HOST 侧 KVC 软硬结合优化手段，提升解决方案竞争力：紧扣第一页全流程价值链，重点围绕计算/传输布局解耦、多级存储扩展、连续块聚合以及按层流式消费展开全链路评估，沉淀面向异构底座的软硬协同优化方法与技术方案，提升系统底层竞争力。</a:t>
            </a:r>
          </a:p>
          <a:p/>
          <a:p>
            <a:r>
              <a:t>后续重点工作就是这三项，非常期待各位领导在技术方向、实验条件和软硬结合路径上给我们多提指导意见！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43584"/>
            <a:ext cx="1975104" cy="841248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[语义与状态表示]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Token/前缀表示 · 逐层状态依赖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软硬协同：KV 状态对象化 (KVHandle)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43584"/>
            <a:ext cx="1975104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[计算/传输解耦]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连续物理块聚合 · 描述符编译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软硬协同：计算与传输布局解耦 (Strata)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43584"/>
            <a:ext cx="1975104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HOST DDR ↔ CXL ↔ NVMe SSD 扩展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软硬协同：NUMA 亲和 · 按带宽动态分片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43584"/>
            <a:ext cx="1975104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[硬件极速通路]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Host CPU 零数据拷贝 · 设备 DMA 直通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软硬协同：绕过主机内存 (Bypass DDR)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43584"/>
            <a:ext cx="1975104" cy="841248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[逐层流式消费]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按层流式预取 · 传输计算流水掩盖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软硬协同：硬件 QoS 队列与自适应退避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【HOST 侧物理化映射矩阵：软件机制如何传导至物理开销与业务指标】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32304"/>
          <a:ext cx="66751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HOST 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计算/传输布局解耦 (Strata)</a:t>
                      </a:r>
                      <a:br/>
                      <a:r>
                        <a:t>• 连续物理块聚合 (Chunking)</a:t>
                      </a:r>
                      <a:br/>
                      <a:r>
                        <a:t>• 描述符批量编译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消除离散碎片小 I/O</a:t>
                      </a:r>
                      <a:br/>
                      <a:r>
                        <a:t>• 降低 CPU 转换与提交耗时</a:t>
                      </a:r>
                      <a:br/>
                      <a:r>
                        <a:t>• 提升 PCIe/总线带宽利用率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有效吞吐提升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内存/SSD 多级分层</a:t>
                      </a:r>
                      <a:br/>
                      <a:r>
                        <a:t>• NUMA 节点亲和绑定</a:t>
                      </a:r>
                      <a:br/>
                      <a:r>
                        <a:t>• 按通道带宽动态分片 (Striping)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</a:t>
                      </a:r>
                      <a:br/>
                      <a:r>
                        <a:t>• 平衡多通道 I/O 负载</a:t>
                      </a:r>
                      <a:br/>
                      <a:r>
                        <a:t>• 消除总线访存争用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承载超长上下文</a:t>
                      </a:r>
                      <a:br/>
                      <a:r>
                        <a:t>降低单请求成本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CPU 零数据拷贝</a:t>
                      </a:r>
                      <a:br/>
                      <a:r>
                        <a:t>• 设备 DMA 直通</a:t>
                      </a:r>
                      <a:br/>
                      <a:r>
                        <a:t>• 绕过主机内存 (Bypass DDR)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 CPU 内存拷贝与中转</a:t>
                      </a:r>
                      <a:br/>
                      <a:r>
                        <a:t>• 减半系统总线搬运量</a:t>
                      </a:r>
                      <a:br/>
                      <a:r>
                        <a:t>• 压降端到端传输时延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首字响应加速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逐层流式预取</a:t>
                      </a:r>
                      <a:br/>
                      <a:r>
                        <a:t>• 硬件 QoS 优先级队列</a:t>
                      </a:r>
                      <a:br/>
                      <a:r>
                        <a:t>• 前后台流量自适应退避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掩盖数据加载传输时延</a:t>
                      </a:r>
                      <a:br/>
                      <a:r>
                        <a:t>• 避免首层计算等待卡顿</a:t>
                      </a:r>
                      <a:br/>
                      <a:r>
                        <a:t>• 隔离后台 I/O 对前台解码干扰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P99 尾时延收敛</a:t>
                      </a:r>
                      <a:br/>
                      <a:r>
                        <a:t>在线 TPOT 达标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5586984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• 软硬协同核心机会点与价值：KVC 贯穿 HOST 内存、总线与流式传输全链路，通过软硬协同打通微观传输通路、消除 CPU 与总线停顿，是突破物理瓶颈、决定能否兑现业务净加速收益的关键切入点。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176272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2432304"/>
            <a:ext cx="443484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2432304"/>
            <a:ext cx="44348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468880"/>
            <a:ext cx="4251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29" name="Picture 28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24912"/>
            <a:ext cx="4288536" cy="15544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370064" y="4315968"/>
            <a:ext cx="4288536" cy="310896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4325111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【坐标说明】横轴=上下文总长(1k~80k) | 纵轴=前缀复用率(0~100%) | 实线=盈亏平衡线</a:t>
            </a:r>
            <a:br/>
            <a:r>
              <a:t>【绿色净加速区】：加载耗时 &lt; 重算耗时  |  【红黄色负收益区】：加载耗时 &gt; 重算耗时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681728"/>
            <a:ext cx="4251960" cy="1408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defRPr sz="750">
                <a:solidFill>
                  <a:srgbClr val="BE123C"/>
                </a:solidFill>
                <a:latin typeface="Microsoft YaHei"/>
              </a:defRPr>
            </a:pPr>
            <a:r>
              <a:t>• 全链路木桶效应与负收益反噬：在 KVC 全链路中，HOST 侧若在任一环节存在适配问题（离散小 I/O、CPU 内存拷贝、跨 NUMA 访存或总线争用），微观物理开销将迅速累积反噬；一旦“数据加载耗时 &gt; 本地直接重算耗时”，系统便落入右图大面积红黄色负收益区（推理降速最高达 4x），直接恶化在线推理的 TTFT、TPOT 尾部时延与吞吐。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750" b="1">
                <a:solidFill>
                  <a:srgbClr val="047857"/>
                </a:solidFill>
                <a:latin typeface="Microsoft YaHei"/>
              </a:defRPr>
            </a:pPr>
            <a:r>
              <a:t>• HOST 软硬协同破局价值：打通零拷贝直达通路、连续物理块聚合与硬件 QoS 退避机制，消除全链路短板，将盈亏平衡分界线大幅向下平移，确保真实业务稳定获取加速净收益。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【物理瓶颈】计算与传输布局失配：GPU 按层组织显存便于算子计算，沿用至 Host 导致跨层读取被打散为海量微小 I/O；离散小页下物理总线利用率仅 5%~22%，I/O 停顿占 Prefill 耗时达 74%（Strata OSDI'26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【收益传导】计算与传输解耦：按页连续聚合组织物理 I/O，大幅减少碎片化小传输与描述符提交，有效打满物理总线带宽，数据加载等待时间缩短 52%（TTFT 5.03s 降至 2.42s）。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【后续成果承接】数据面优化重点：连续物理块聚合、描述符批量编译、Host CPU 零数据拷贝与绕过主机内存 (Payload Bypass DDR)。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【物理瓶颈】高并发控制事务累积排队：传统网络 RPC 与元数据检索单次耗时 10~30µs；并发请求上升或前缀变短时，排队延迟呈 3.5 倍发散恶化，形成控制面阻塞并引发 P99 尾部时延抖动（Beluga SIGMOD'26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【收益传导】微秒级控制面快路径：将单次控制事务缩短至数微秒，同等在途并发下控制吞吐提升 2.5 倍以上（突破 12 M ops/s），有效消除控制面队头阻塞与事务积压。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【后续成果承接】控制面优化重点：元数据共享内存快路径、单边免 CPU 协商、描述符批量复用与微秒选路决策。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【优化方向与收益传导矩阵（直接对应后续控制面与数据面成果汇报）】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共享内存检索、批量查询；</a:t>
                      </a:r>
                      <a:br/>
                      <a:r>
                        <a:t>复用注册信息与地址描述符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高复用且加载快；</a:t>
                      </a:r>
                      <a:br/>
                      <a:r>
                        <a:t>查询服务接近饱和的高并发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查询往返、注册和处理开销减少 ➔ 同步等待与控制面排队减少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TTFT、P99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加载 / 重算成本前置模型；</a:t>
                      </a:r>
                      <a:br/>
                      <a:r>
                        <a:t>硬件优先级队列、限速与退避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低复用、拥塞链路；</a:t>
                      </a:r>
                      <a:br/>
                      <a:r>
                        <a:t>前台推理与后台搬运混压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避免非收益的低效拉取，降低共享资源总线争用 ➔ 杜绝性能反噬，降低前台生成干扰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改善 TTFT、TPOT 与 P99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 / 传输布局解耦；</a:t>
                      </a:r>
                      <a:br/>
                      <a:r>
                        <a:t>连续块聚合、批量 DMA 提交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长前缀恢复；</a:t>
                      </a:r>
                      <a:br/>
                      <a:r>
                        <a:t>KV 碎片多、小传输密集场景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小 I/O、描述符和提交次数减少 ➔ 打满物理带宽，加载等待缩短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分层存储、亲和分配与带宽分片；</a:t>
                      </a:r>
                      <a:br/>
                      <a:r>
                        <a:t>拓扑感知选路、通道负载均衡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多内存通道、多网卡；</a:t>
                      </a:r>
                      <a:br/>
                      <a:r>
                        <a:t>链路负载不均或容量受限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跨域访问和热点通道排队减少 ➔ 物理可用容量与聚合带宽更充分利用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TTFT、收敛尾时延</a:t>
                      </a:r>
                      <a:br/>
                      <a:r>
                        <a:t>提高有效 QPS，降低 TCO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按需直达与按层异步流水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直达绕过主机内存；</a:t>
                      </a:r>
                      <a:br/>
                      <a:r>
                        <a:t>按需访问、逐层预取与计算重叠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外部 KV 恢复；</a:t>
                      </a:r>
                      <a:br/>
                      <a:r>
                        <a:t>生成中需要逐层召回的场景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消除中转与 Host CPU 拷贝，首层等待减少 ➔ 数据等待与计算停顿掩盖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</a:t>
                      </a:r>
                      <a:br/>
                      <a:r>
                        <a:t>逐层召回场景改善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围绕已有控制面与数据面优化成果，聚焦全链路混压验证、主流引擎适配与 HOST 侧软硬结合手段探索，全面提升解决方案竞争力。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443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445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探索 HOST 侧 KVC 软硬结合优化手段，提升解决方案竞争力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量化评估布局解耦、多级存储扩展、连续块聚合与硬件 QoS 隔离等手段的加速收益与物理开销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沉淀面向异构硬件底座的软硬协同优化方法，形成系统技术方案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