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前缀和注意力激活张量，软硬协同切入点在于 KV 状态对象化 (KVHandle)；</a:t>
            </a:r>
          </a:p>
          <a:p>
            <a:r>
              <a:t>2. 物理布局层：通过计算与传输布局解耦 (Strata) 以及连续块聚合，解决碎片化离散小传输；</a:t>
            </a:r>
          </a:p>
          <a:p>
            <a:r>
              <a:t>3. 物理介质层：跨 HOST DDR、CXL 与 NVMe SSD 进行多级容量扩展，结合 NUMA 亲和与按带宽分片；</a:t>
            </a:r>
          </a:p>
          <a:p>
            <a:r>
              <a:t>4. 数据路径层：优化 KVC 传输通道与投递流水，全面提升 CPU/NPU 的 KVC 协同效率；</a:t>
            </a:r>
          </a:p>
          <a:p>
            <a:r>
              <a:t>5. 计算消费层：实现 HOST 侧按层流式预取与硬件 QoS 优先级队列，使数据搬运完全被推理计算掩盖。</a:t>
            </a:r>
          </a:p>
          <a:p/>
          <a:p>
            <a:r>
              <a:t>【右侧外部实测盈亏平衡线分析与木桶效应】：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100%）。绿色代表加载比重算快（净加速），橙红色代表加载比重算更慢（性能反噬，降速最高达 4 倍），黑色实线则是两者的盈亏平衡分界线。</a:t>
            </a:r>
          </a:p>
          <a:p>
            <a:r>
              <a:t>这里必须重点指出的工程规律是：KVC 加速存在极强的'全链路木桶效应'。HOST 侧若在任何单一环节存在适配问题（例如连续块合并失效引发离散小 I/O、触发了 CPU 内存拷贝、跨 NUMA 访存或者总线争用），微观物理开销就会迅速累积反噬，导致数据拉取耗时超过直接重算，整个系统直接坠入大面积红黄色负收益区，恶化在线推理的 TTFT、TPOT 尾部时延与有效吞吐等宏观指标。</a:t>
            </a:r>
          </a:p>
          <a:p>
            <a:r>
              <a:t>因此，HOST 侧软硬协同的核心价值，就是优化 KVC 传输与投递、提升 CPU/NPU 协同效率并消除短板，将盈亏平衡分界线大幅向下平移，确保真实推理业务稳定获取加速净收益。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33%。这直接证实了我们在数据面推进“连续块聚合、描述符批量编译、优化 KVC 传输通道投递流水，提升 CPU/NPU 协同效率”的必要性。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探索 HOST 侧 KVC 软硬结合优化手段，提升解决方案竞争力：紧扣第一页全流程价值链，重点围绕计算/传输布局解耦、多级存储扩展、连续块聚合以及按层流式消费展开全链路评估，沉淀面向异构底座的软硬协同优化方法与技术方案，提升系统底层竞争力。</a:t>
            </a:r>
          </a:p>
          <a:p/>
          <a:p>
            <a:r>
              <a:t>后续重点工作就是这三项，非常期待各位领导在技术方向、实验条件和软硬结合路径上给我们多提指导意见！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43584"/>
            <a:ext cx="1975104" cy="841248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[语义与状态表示]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Token/前缀表示 · 逐层状态依赖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软硬协同：KV 状态对象化 (KVHandle)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43584"/>
            <a:ext cx="1975104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[计算/传输解耦]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连续物理块聚合 · 描述符编译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软硬协同：计算与传输布局解耦 (Strata)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43584"/>
            <a:ext cx="1975104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HOST DDR ↔ CXL ↔ NVMe SSD 扩展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软硬协同：NUMA 亲和 · 按带宽动态分片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43584"/>
            <a:ext cx="1975104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[传输与投递协同]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优化 KVC 传输通道 · 快速协同投递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软硬协同：提升 CPU/NPU 协同效率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408176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43584"/>
            <a:ext cx="1975104" cy="841248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280160"/>
            <a:ext cx="1865376" cy="768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780" b="1">
                <a:solidFill>
                  <a:srgbClr val="1D4ED8"/>
                </a:solidFill>
                <a:latin typeface="Microsoft YaHei"/>
              </a:defRPr>
            </a:pPr>
            <a:r>
              <a:t>[逐层流式消费]</a:t>
            </a:r>
          </a:p>
          <a:p>
            <a:pPr>
              <a:spcBef>
                <a:spcPts val="100"/>
              </a:spcBef>
              <a:defRPr sz="700">
                <a:solidFill>
                  <a:srgbClr val="475569"/>
                </a:solidFill>
                <a:latin typeface="Microsoft YaHei"/>
              </a:defRPr>
            </a:pPr>
            <a:r>
              <a:t>按层流式预取 · 传输计算流水掩盖</a:t>
            </a:r>
          </a:p>
          <a:p>
            <a:pPr>
              <a:spcBef>
                <a:spcPts val="100"/>
              </a:spcBef>
              <a:defRPr sz="700" b="1">
                <a:solidFill>
                  <a:srgbClr val="1E3A8A"/>
                </a:solidFill>
                <a:latin typeface="Microsoft YaHei"/>
              </a:defRPr>
            </a:pPr>
            <a:r>
              <a:t>软硬协同：硬件 QoS 队列与自适应退避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【HOST 侧物理化映射矩阵：软件机制如何传导至物理开销与业务指标】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32304"/>
          <a:ext cx="66751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HOST 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计算/传输布局解耦 (Strata)</a:t>
                      </a:r>
                      <a:br/>
                      <a:r>
                        <a:t>• 连续物理块聚合 (Chunking)</a:t>
                      </a:r>
                      <a:br/>
                      <a:r>
                        <a:t>• 描述符批量编译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消除离散碎片小 I/O</a:t>
                      </a:r>
                      <a:br/>
                      <a:r>
                        <a:t>• 降低 CPU 转换与提交耗时</a:t>
                      </a:r>
                      <a:br/>
                      <a:r>
                        <a:t>• 提升 PCIe/总线带宽利用率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有效吞吐提升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内存/SSD 多级分层</a:t>
                      </a:r>
                      <a:br/>
                      <a:r>
                        <a:t>• NUMA 节点亲和绑定</a:t>
                      </a:r>
                      <a:br/>
                      <a:r>
                        <a:t>• 按通道带宽动态分片 (Striping)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</a:t>
                      </a:r>
                      <a:br/>
                      <a:r>
                        <a:t>• 平衡多通道 I/O 负载</a:t>
                      </a:r>
                      <a:br/>
                      <a:r>
                        <a:t>• 消除总线访存争用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承载超长上下文</a:t>
                      </a:r>
                      <a:br/>
                      <a:r>
                        <a:t>降低单请求成本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优化 KVC 传输通道与投递流水</a:t>
                      </a:r>
                      <a:br/>
                      <a:r>
                        <a:t>• CPU/NPU 高效协同流水机制</a:t>
                      </a:r>
                      <a:br/>
                      <a:r>
                        <a:t>• 描述符快速分发与内存协同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压缩数据传输与协同投递时延</a:t>
                      </a:r>
                      <a:br/>
                      <a:r>
                        <a:t>• 消除 CPU/NPU 协同等待损耗</a:t>
                      </a:r>
                      <a:br/>
                      <a:r>
                        <a:t>• 提升总线有效利用率与协同吞吐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协同吞吐提升</a:t>
                      </a:r>
                    </a:p>
                  </a:txBody>
                  <a:tcPr anchor="ctr" marL="54864" marR="54864" marT="36576" marB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逐层流式预取</a:t>
                      </a:r>
                      <a:br/>
                      <a:r>
                        <a:t>• 硬件 QoS 优先级队列</a:t>
                      </a:r>
                      <a:br/>
                      <a:r>
                        <a:t>• 前后台流量自适应退避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掩盖数据加载传输时延</a:t>
                      </a:r>
                      <a:br/>
                      <a:r>
                        <a:t>• 避免首层计算等待卡顿</a:t>
                      </a:r>
                      <a:br/>
                      <a:r>
                        <a:t>• 隔离后台 I/O 对前台解码干扰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P99 尾时延收敛</a:t>
                      </a:r>
                      <a:br/>
                      <a:r>
                        <a:t>在线 TPOT 达标</a:t>
                      </a:r>
                    </a:p>
                  </a:txBody>
                  <a:tcPr anchor="ctr" marL="54864" marR="54864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5586984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• 软硬协同核心机会点与价值：KVC 贯穿 HOST 内存、总线与加速器全链路，通过软硬协同优化传输投递、提升 CPU/NPU 协同效率，是突破物理瓶颈、决定能否兑现加速净收益的关键切入点。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176272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2432304"/>
            <a:ext cx="443484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2432304"/>
            <a:ext cx="44348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468880"/>
            <a:ext cx="4251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29" name="Picture 28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24912"/>
            <a:ext cx="4288536" cy="15544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370064" y="4315968"/>
            <a:ext cx="4288536" cy="310896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4325111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【坐标说明】横轴=上下文总长(1k~80k) | 纵轴=前缀复用率(0~100%) | 实线=盈亏平衡线</a:t>
            </a:r>
            <a:br/>
            <a:r>
              <a:t>【绿色净加速区】：加载耗时 &lt; 重算耗时  |  【红黄色负收益区】：加载耗时 &gt; 重算耗时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681728"/>
            <a:ext cx="4251960" cy="1408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defRPr sz="750">
                <a:solidFill>
                  <a:srgbClr val="BE123C"/>
                </a:solidFill>
                <a:latin typeface="Microsoft YaHei"/>
              </a:defRPr>
            </a:pPr>
            <a:r>
              <a:t>• 全链路木桶效应与负收益反噬：在 KVC 全链路中，HOST 侧若在任一环节存在适配问题（离散小 I/O、CPU 内存拷贝、跨 NUMA 访存或总线争用），微观物理开销将迅速累积反噬；一旦“数据加载耗时 &gt; 本地直接重算耗时”，系统便落入右图大面积红黄色负收益区（推理降速最高达 4x），直接恶化在线推理的 TTFT、TPOT 尾部时延与吞吐。</a:t>
            </a:r>
          </a:p>
          <a:p>
            <a:pPr>
              <a:lnSpc>
                <a:spcPct val="115000"/>
              </a:lnSpc>
              <a:spcBef>
                <a:spcPts val="400"/>
              </a:spcBef>
              <a:defRPr sz="750" b="1">
                <a:solidFill>
                  <a:srgbClr val="047857"/>
                </a:solidFill>
                <a:latin typeface="Microsoft YaHei"/>
              </a:defRPr>
            </a:pPr>
            <a:r>
              <a:t>• HOST 软硬协同破局价值：优化传输投递流水、连续物理块聚合与硬件 QoS 退避机制，全面提升 CPU/NPU 协同效率并消除短板，将盈亏平衡线大幅向下平移，确保真实业务稳定获取加速净收益。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• 物理瓶颈：计算偏好“按层布局”，直接用于 Host 产生海量离散碎片 I/O；物理总线带宽利用率仅 5%~22%，I/O 停顿占 Prefill 耗时达 74%（Strata 实测）。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收益机理：计算与传输布局解耦，按页连续聚合组织大块 I/O 并打满总线；平均 TTFT 缩短 52%（降至 2.42s），生成吞吐提升 33%。</a:t>
            </a:r>
          </a:p>
          <a:p>
            <a:pPr>
              <a:spcBef>
                <a:spcPts val="3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• 优化承接：重点聚焦连续物理块聚合、描述符批量编译与优化传输投递，提升 CPU/NPU 协同效率。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• 物理瓶颈：传统 RPC 控制面单次事务需 10~30µs；高并发下排队延迟呈 3.5 倍发散恶化，形成队头阻塞并引发 P99 尾部时延抖动（Beluga 实测）。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• 收益机理：微秒级共享内存快路径，控制事务压缩至数微秒；控制吞吐提升 2.5 倍以上（超 12 M ops/s），根除长尾排队与事务阻塞。</a:t>
            </a:r>
          </a:p>
          <a:p>
            <a:pPr>
              <a:spcBef>
                <a:spcPts val="3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• 优化承接：重点聚焦元数据共享内存快路径、描述符复用与微秒选路决策，消除长尾排队风暴。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【技术探索方向与收益传导矩阵】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共享内存直读快路径</a:t>
                      </a:r>
                      <a:br/>
                      <a:r>
                        <a:t>• 稳定地址描述符批量复用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高前缀复用率场景</a:t>
                      </a:r>
                      <a:br/>
                      <a:r>
                        <a:t>• 接近饱和的高并发检索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 RPC 往返与协议解析</a:t>
                      </a:r>
                      <a:br/>
                      <a:r>
                        <a:t>• 根除控制面队头排队等待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 / P99</a:t>
                      </a:r>
                      <a:br/>
                      <a:r>
                        <a:t>提升有效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加载与重算前置成本预估</a:t>
                      </a:r>
                      <a:br/>
                      <a:r>
                        <a:t>• 硬件 QoS 优先级队列与退避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中低复用与链路拥塞工况</a:t>
                      </a:r>
                      <a:br/>
                      <a:r>
                        <a:t>• 前台在线与后台搬运混压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规避负收益低效拉取反噬</a:t>
                      </a:r>
                      <a:br/>
                      <a:r>
                        <a:t>• 物理隔离前后台资源争用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保障在线 TPOT</a:t>
                      </a:r>
                      <a:br/>
                      <a:r>
                        <a:t>收敛 P99 尾时延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计算与传输布局解耦 (Strata)</a:t>
                      </a:r>
                      <a:br/>
                      <a:r>
                        <a:t>• 连续物理块聚合 (Chunking)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超长上下文长前缀恢复</a:t>
                      </a:r>
                      <a:br/>
                      <a:r>
                        <a:t>• 碎片化离散小页密集场景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消除碎片化离散小传输</a:t>
                      </a:r>
                      <a:br/>
                      <a:r>
                        <a:t>• 打满 PCIe/总线物理带宽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提升有效吞吐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DDR/SSD 多级分层</a:t>
                      </a:r>
                      <a:br/>
                      <a:r>
                        <a:t>• NUMA 亲和与动态分片 (Striping)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多内存通道与多网卡环境</a:t>
                      </a:r>
                      <a:br/>
                      <a:r>
                        <a:t>• 超长会话容量受限场景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</a:t>
                      </a:r>
                      <a:br/>
                      <a:r>
                        <a:t>• 平衡多通道 I/O 负载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突破容量墙瓶颈</a:t>
                      </a:r>
                      <a:br/>
                      <a:r>
                        <a:t>降低单请求成本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传输优化与按层异步流水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优化 KVC 传输通道与投递</a:t>
                      </a:r>
                      <a:br/>
                      <a:r>
                        <a:t>• 逐层异步预取与计算重叠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跨节点 KVC 异步恢复</a:t>
                      </a:r>
                      <a:br/>
                      <a:r>
                        <a:t>• 逐层按需召回场景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提升 CPU/NPU 协同效率</a:t>
                      </a:r>
                      <a:br/>
                      <a:r>
                        <a:t>• 掩盖首层等待与计算停顿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保障在线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围绕已有控制面与数据面优化成果，聚焦全链路混压验证、主流引擎适配与 HOST 侧软硬结合手段探索，全面提升解决方案竞争力。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443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445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探索 HOST 侧 KVC 软硬结合优化手段，提升解决方案竞争力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量化评估布局解耦、多级存储扩展、连续块聚合与硬件 QoS 隔离等手段的加速收益与物理开销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沉淀面向异构硬件底座的软硬协同优化方法，形成系统技术方案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