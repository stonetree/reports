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在传统认知中，KVCache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层：定义 Token 前缀和注意力激活张量，软硬协同切入点在于 KV 状态对象化 (KVHandle)；</a:t>
            </a:r>
          </a:p>
          <a:p>
            <a:r>
              <a:t>2. 物理布局层：通过计算与传输布局解耦 (Strata) 以及连续块聚合，解决碎片化离散小传输；</a:t>
            </a:r>
          </a:p>
          <a:p>
            <a:r>
              <a:t>3. 物理介质层：跨 HOST DDR、CXL 与 NVMe SSD 进行多级容量扩展，结合 NUMA 亲和与按带宽分片；</a:t>
            </a:r>
          </a:p>
          <a:p>
            <a:r>
              <a:t>4. 数据路径层：优化 KVC 传输通道与投递流水，全面提升 CPU/NPU 的 KVC 协同效率；</a:t>
            </a:r>
          </a:p>
          <a:p>
            <a:r>
              <a:t>5. 计算消费层：实现 HOST 侧按层流式预取与硬件 QoS 优先级队列，使数据搬运完全被推理计算掩盖。</a:t>
            </a:r>
          </a:p>
          <a:p/>
          <a:p>
            <a:r>
              <a:t>【右侧外部实测盈亏平衡线分析与木桶效应】：</a:t>
            </a:r>
          </a:p>
          <a:p>
            <a:r>
              <a:t>右图来自 2026 年顶会针对外部主流推理引擎（vLLM）外挂存储的最新实测（py-kvcache）。图中的横轴是用户输入的上下文长度（1k 到 80k Tokens），纵轴是前缀命中的复用比例（0% 到 100%）。绿色代表加载比重算快（净加速），橙红色代表加载比重算更慢（性能反噬，降速最高达 4 倍），黑色实线则是两者的盈亏平衡分界线。</a:t>
            </a:r>
          </a:p>
          <a:p>
            <a:r>
              <a:t>这里必须重点指出的工程规律是：KVC 加速存在极强的'全链路木桶效应'。HOST 侧若在任何单一环节存在适配问题（例如连续块合并失效引发离散小 I/O、触发了 CPU 内存拷贝、跨 NUMA 访存或者总线争用），微观物理开销就会迅速累积反噬，导致数据拉取耗时超过直接重算，整个系统直接坠入大面积红黄色负收益区，恶化在线推理的 TTFT、TPOT 尾部时延与有效吞吐等宏观指标。</a:t>
            </a:r>
          </a:p>
          <a:p>
            <a:r>
              <a:t>因此，HOST 侧软硬协同的核心价值，就是优化 KVC 传输与投递、提升 CPU/NPU 协同效率并消除短板，将盈亏平衡分界线大幅向下平移，确保真实推理业务稳定获取加速净收益。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在数据面与控制面面临的根本物理瓶颈，并直接引出后续具体优化成果汇报。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总耗时达 74%。通过计算/传输布局解耦与按页连续聚合，平均 TTFT 缩短 52%（5.03s 降至 2.42s），吞吐提升 33%。这直接证实了我们在数据面推进“连续块聚合、描述符批量编译、优化 KVC 传输通道投递流水，提升 CPU/NPU 协同效率”的必要性。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的微基准测试揭示了高并发下的系统瓶颈：传统网络 RPC 控制事务耗时 10~30µs。随着并发上升，排队延迟呈 3.5 倍发散恶化，形成控制面阻塞，拉大 P99 尾部时延。而通过微秒级快路径，控制开销压降至数微秒，吞吐提升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下方的优化方向表，清晰地将 5 大机制划分为控制面与数据面，与后续汇报的实验数据一一对应。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【汇报讲稿（第 3 页：后续推进规划 · 1 分钟快速串讲，引导领导多指方向）】</a:t>
            </a:r>
          </a:p>
          <a:p>
            <a:r>
              <a:t>各位领导，最后这一页简要汇报后续的三个重点工作方向，把时间留给领导多指导和把关方向：</a:t>
            </a:r>
          </a:p>
          <a:p/>
          <a:p>
            <a:r>
              <a:t>1. 全链路混压验证：打通真实双节点控制面与数据面机制，验证端到端复合加速净收益，指标明确为 TTFT 缩短 20%、QPS 提升 10%、前台干扰小于 3%，输出全工况实测性能对账集与混压报告；</a:t>
            </a:r>
          </a:p>
          <a:p>
            <a:r>
              <a:t>2. 主流引擎工程化适配：以插件化方式无缝接入 vLLM 与 SGLang 开源生态，打通单机多卡 TP=8 协同与显存向外分层扩展，交付调度底座主干代码库与集群调优指南；</a:t>
            </a:r>
          </a:p>
          <a:p>
            <a:r>
              <a:t>3. 探索 HOST 侧 KVC 软硬结合优化手段，提升解决方案竞争力：紧扣第一页全流程价值链，重点围绕计算/传输布局解耦、多级存储扩展、连续块聚合以及按层流式消费展开全链路评估，沉淀面向异构底座的软硬协同优化方法与技术方案，提升系统底层竞争力。</a:t>
            </a:r>
          </a:p>
          <a:p/>
          <a:p>
            <a:r>
              <a:t>后续重点工作就是这三项，非常期待各位领导在技术方向、实验条件和软硬结合路径上给我们多提指导意见！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86384"/>
            <a:ext cx="73152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13816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43584"/>
            <a:ext cx="1975104" cy="106070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[语义与状态表示]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Token/前缀表示 · 逐层状态依赖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软硬协同：KV 状态对象化 (KVHandle)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472184"/>
            <a:ext cx="347472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43584"/>
            <a:ext cx="1975104" cy="106070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[计算/传输解耦]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连续物理块聚合 · 描述符编译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软硬协同：计算与传输布局解耦 (Strata)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472184"/>
            <a:ext cx="347472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43584"/>
            <a:ext cx="1975104" cy="106070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HOST DDR ↔ CXL ↔ SSD 扩展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软硬协同：NUMA 亲和 · 动态分片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472184"/>
            <a:ext cx="347472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43584"/>
            <a:ext cx="1975104" cy="106070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[传输与投递协同]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优化 KVC 传输通道 · 快速协同投递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软硬协同：提升 CPU/NPU 协同效率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472184"/>
            <a:ext cx="347472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43584"/>
            <a:ext cx="1975104" cy="106070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[逐层流式消费]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按层流式预取 · 传输计算流水掩盖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软硬协同：硬件 QoS 队列与自适应退避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【HOST 侧物理化映射矩阵：软件机制如何传导至物理开销与业务指标】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633472"/>
          <a:ext cx="6675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03120"/>
                <a:gridCol w="2057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HOST 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计算与传输布局解耦 (Strata)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连续物理块聚合 (Chunking)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消除离散小 I/O 与转换开销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打满总线物理带宽消除停顿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有效吞吐提升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内存/SSD 多级分层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NUMA 亲和绑定与通道分片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规避跨 NUMA 远端访存争用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平衡多通道负载突破容量墙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承载超长上下文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降低单请求成本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优化传输通道与投递流水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CPU/NPU 高效协同机制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压缩传输时延消除协同等待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提升总线利用率与协同吞吐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协同吞吐提升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逐层流式预取与掩盖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硬件 QoS 队列与自适应退避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掩盖加载时延消除首层停顿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隔离后台 I/O 保障在线 TPOT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P99 尾时延收敛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在线 TPOT 达标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5449824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• 软硬协同核心机会点与价值：KVC 贯穿 HOST 内存、总线与加速器全链路，通过软硬协同优化传输投递、提升 CPU/NPU 协同效率，是突破物理瓶颈、决定能否兑现加速净收益的关键切入点。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37744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2633472"/>
            <a:ext cx="4434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2633472"/>
            <a:ext cx="44348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2670048"/>
            <a:ext cx="4251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外部实测：KVC 命中与加速净收益的盈亏平衡分界线 (py-kvcache 2026)</a:t>
            </a:r>
          </a:p>
        </p:txBody>
      </p:sp>
      <p:pic>
        <p:nvPicPr>
          <p:cNvPr id="29" name="Picture 28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907792"/>
            <a:ext cx="4288536" cy="117043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370064" y="4114800"/>
            <a:ext cx="4288536" cy="34747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4123944"/>
            <a:ext cx="4251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【坐标说明】横轴=上下文总长(1k~80k) | 纵轴=前缀复用率(0~100%) | 实线=盈亏平衡线</a:t>
            </a:r>
          </a:p>
          <a:p>
            <a:pPr>
              <a:spcBef>
                <a:spcPts val="100"/>
              </a:spcBef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【绿色净加速区】加载耗时 &lt; 重算耗时  |  【红黄色负收益区】加载耗时 &gt; 重算耗时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4507991"/>
            <a:ext cx="4251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BE123C"/>
                </a:solidFill>
                <a:latin typeface="Microsoft YaHei"/>
              </a:defRPr>
            </a:pPr>
            <a:r>
              <a:t>• 全链路木桶效应：HOST 侧任一环节适配不当（离散小 I/O、内存拷贝或总线争用），开销迅速累积反噬；加载耗时一旦大于重算耗时，系统坠入右图大面积负收益区（降速最高达 4x），直接恶化在线推理 TTFT 与 TPOT 尾部时延。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000" b="1">
                <a:solidFill>
                  <a:srgbClr val="047857"/>
                </a:solidFill>
                <a:latin typeface="Microsoft YaHei"/>
              </a:defRPr>
            </a:pPr>
            <a:r>
              <a:t>• 软硬协同破局：优化传输投递、连续块聚合与 QoS 退避，全面提升 CPU/NPU 协同效率并补齐短板，将盈亏平衡线大幅下移，确保真实业务稳定获取加速净收益。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86384"/>
            <a:ext cx="73152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13816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43584"/>
            <a:ext cx="55321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43584"/>
            <a:ext cx="55321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45336"/>
            <a:ext cx="3246120" cy="822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36192"/>
            <a:ext cx="1993392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545336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900" b="1">
                <a:solidFill>
                  <a:srgbClr val="047857"/>
                </a:solidFill>
                <a:latin typeface="Microsoft YaHei"/>
              </a:defRPr>
            </a:pPr>
            <a:r>
              <a:t>缩短 52% (2.1x 加速，TTFT 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965960"/>
            <a:ext cx="1993392" cy="402336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1975104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90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95728"/>
            <a:ext cx="3246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596896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BE123C"/>
                </a:solidFill>
                <a:latin typeface="Microsoft YaHei"/>
              </a:defRPr>
            </a:pPr>
            <a:r>
              <a:t>• 物理瓶颈：计算偏好“按层布局”，直接用于 Host 引发离散碎片 I/O；总线带宽利用率仅 5%~22%，I/O 停顿占 Prefill 耗时达 74%（Strata 实测）。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收益机理：计算与传输布局解耦，按页连续聚合组织大块 I/O 打满总线；平均 TTFT 缩短 52%（降至 2.42s），生成吞吐提升 33%。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000" b="1">
                <a:solidFill>
                  <a:srgbClr val="1D4ED8"/>
                </a:solidFill>
                <a:latin typeface="Microsoft YaHei"/>
              </a:defRPr>
            </a:pPr>
            <a:r>
              <a:t>• 优化承接：聚焦连续物理块聚合、描述符批量编译与传输优化，提升 CPU/NPU 协同效率。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43584"/>
            <a:ext cx="55321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43584"/>
            <a:ext cx="55321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36192"/>
            <a:ext cx="5120640" cy="1005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596896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BE123C"/>
                </a:solidFill>
                <a:latin typeface="Microsoft YaHei"/>
              </a:defRPr>
            </a:pPr>
            <a:r>
              <a:t>• 物理瓶颈：传统 RPC 控制面单次事务需 10~30µs；并发上升时排队延迟呈 3.5 倍发散，形成队头阻塞并引发 P99 尾部时延抖动（Beluga 实测）。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收益机理：微秒级共享内存快路径，控制事务压缩至数微秒；控制吞吐提升超 2.5 倍（超 12 M ops/s），根除长尾排队与事务阻塞。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000" b="1">
                <a:solidFill>
                  <a:srgbClr val="1D4ED8"/>
                </a:solidFill>
                <a:latin typeface="Microsoft YaHei"/>
              </a:defRPr>
            </a:pPr>
            <a:r>
              <a:t>• 优化承接：聚焦元数据共享内存快路径、描述符复用与微秒选路决策，消除长尾排队风暴。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39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【技术探索方向与收益传导矩阵】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3968495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560320"/>
                <a:gridCol w="2011680"/>
                <a:gridCol w="3291840"/>
                <a:gridCol w="1719072"/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 / 硬件机制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元数据快路径与稳定描述符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共享内存直读快路径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稳定地址描述符批量复用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高前缀复用率场景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接近饱和的高并发检索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 RPC 往返与协议解析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根除控制面队头排队等待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 / P99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提升有效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动态选路决策与前后台控制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加载与重算前置成本预估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硬件 QoS 优先级队列与退避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中低复用与链路拥塞工况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前台在线与后台搬运混压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规避负收益低效拉取反噬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物理隔离前后台资源争用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保障在线 TPOT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收敛 P99 尾时延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布局转换与批量聚合搬运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计算与传输布局解耦 (Strata)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连续物理块聚合 (Chunking)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超长上下文长前缀恢复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碎片化离散小页密集场景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消除碎片化离散小传输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打满 PCIe/总线物理带宽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提升有效吞吐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分层放置与多通道均衡利用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DDR/SSD 多级分层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NUMA 亲和与动态分片 (Striping)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多内存通道与多网卡环境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超长会话容量受限场景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规避跨 NUMA 远端访存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平衡多通道 I/O 负载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突破容量墙瓶颈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降低单请求成本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传输优化与按层异步流水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优化 KVC 传输通道与投递流水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逐层异步预取与计算重叠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跨节点 KVC 异步恢复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逐层按需召回场景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提升 CPU/NPU 协同效率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掩盖首层等待与计算停顿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保障在线 TPOT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下一步工作规划：重点方向、关键指标与预期结果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推进规划 · 目标与预期结果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86384"/>
            <a:ext cx="73152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13816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  <a:latin typeface="Microsoft YaHei"/>
              </a:defRPr>
            </a:pPr>
            <a:r>
              <a:t>围绕已有控制面与数据面优化成果，聚焦全链路混压验证、主流引擎适配与 HOST 侧软硬结合手段探索，全面提升解决方案竞争力。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1.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打通真实双节点全链路混压，验证端到端复合加速净收益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端到端 TTFT 缩短 ≥20%，有效 QPS 提升 ≥10%，前台在线推理 TPOT 干扰率 &lt;3%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输出全工况实测性能对账集（涵盖短/中/长 Prompt 与 5 档复用率），形成机制组合与双节点混压分析报告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90672"/>
            <a:ext cx="11277295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2.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主流开源推理引擎工程化适配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支持单机多卡（TP=8）与跨节点透明访问，有效显存容量等效扩展 ≥30%，核心代码单测覆盖率 ≥85%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以插件化方式无缝接入 vLLM / SGLang，交付统一异构调度底座代码库主干，沉淀生产级集群分层部署与网络 QoS 队列参数调优指南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26864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91456"/>
            <a:ext cx="11277295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3.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探索 HOST 侧 KVC 软硬结合优化手段，提升解决方案竞争力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量化评估布局解耦、多级存储扩展、连续块聚合与硬件 QoS 隔离等手段的加速收益与物理开销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沉淀面向异构硬件底座的软硬协同优化方法，形成系统技术方案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